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2768" autoAdjust="0"/>
  </p:normalViewPr>
  <p:slideViewPr>
    <p:cSldViewPr snapToGrid="0">
      <p:cViewPr varScale="1">
        <p:scale>
          <a:sx n="88" d="100"/>
          <a:sy n="88" d="100"/>
        </p:scale>
        <p:origin x="45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DCF3EC-7169-442E-9DF1-2B8A111DB2DC}"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3748448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CF3EC-7169-442E-9DF1-2B8A111DB2DC}"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861923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DCF3EC-7169-442E-9DF1-2B8A111DB2DC}"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337487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2381242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DCF3EC-7169-442E-9DF1-2B8A111DB2DC}" type="datetimeFigureOut">
              <a:rPr lang="en-IN" smtClean="0"/>
              <a:t>09-02-2026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1534851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DCF3EC-7169-442E-9DF1-2B8A111DB2DC}"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432613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F4DCF3EC-7169-442E-9DF1-2B8A111DB2DC}" type="datetimeFigureOut">
              <a:rPr lang="en-IN" smtClean="0"/>
              <a:t>09-02-2026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1915396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636734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57069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2048666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367416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51216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CF3EC-7169-442E-9DF1-2B8A111DB2DC}"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3756857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4DCF3EC-7169-442E-9DF1-2B8A111DB2DC}"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2077876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4DCF3EC-7169-442E-9DF1-2B8A111DB2DC}"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2014807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CF3EC-7169-442E-9DF1-2B8A111DB2DC}"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22805398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CF3EC-7169-442E-9DF1-2B8A111DB2DC}"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6D62B-A38F-4CE5-9B7D-F660414324B3}" type="slidenum">
              <a:rPr lang="en-IN" smtClean="0"/>
              <a:t>‹#›</a:t>
            </a:fld>
            <a:endParaRPr lang="en-IN"/>
          </a:p>
        </p:txBody>
      </p:sp>
    </p:spTree>
    <p:extLst>
      <p:ext uri="{BB962C8B-B14F-4D97-AF65-F5344CB8AC3E}">
        <p14:creationId xmlns:p14="http://schemas.microsoft.com/office/powerpoint/2010/main" val="103268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F4DCF3EC-7169-442E-9DF1-2B8A111DB2DC}" type="datetimeFigureOut">
              <a:rPr lang="en-IN" smtClean="0"/>
              <a:t>09-02-2026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876D62B-A38F-4CE5-9B7D-F660414324B3}" type="slidenum">
              <a:rPr lang="en-IN" smtClean="0"/>
              <a:t>‹#›</a:t>
            </a:fld>
            <a:endParaRPr lang="en-IN"/>
          </a:p>
        </p:txBody>
      </p:sp>
    </p:spTree>
    <p:extLst>
      <p:ext uri="{BB962C8B-B14F-4D97-AF65-F5344CB8AC3E}">
        <p14:creationId xmlns:p14="http://schemas.microsoft.com/office/powerpoint/2010/main" val="46012216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7/06/relationships/model3d" Target="../media/model3d1.glb"/><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52E0-05ED-3EBB-2EDA-0C34A3CB3E08}"/>
              </a:ext>
            </a:extLst>
          </p:cNvPr>
          <p:cNvSpPr>
            <a:spLocks noGrp="1"/>
          </p:cNvSpPr>
          <p:nvPr>
            <p:ph type="ctrTitle"/>
          </p:nvPr>
        </p:nvSpPr>
        <p:spPr>
          <a:xfrm>
            <a:off x="1524000" y="2438400"/>
            <a:ext cx="9144000" cy="1728675"/>
          </a:xfrm>
        </p:spPr>
        <p:txBody>
          <a:bodyPr>
            <a:normAutofit/>
          </a:bodyPr>
          <a:lstStyle/>
          <a:p>
            <a:r>
              <a:rPr lang="en-IN" sz="5400" b="1" dirty="0">
                <a:latin typeface="Algerian" panose="04020705040A02060702" pitchFamily="82" charset="0"/>
              </a:rPr>
              <a:t>Adventure  works project</a:t>
            </a:r>
            <a:endParaRPr lang="en-IN" sz="5400" dirty="0">
              <a:latin typeface="Algerian" panose="04020705040A02060702" pitchFamily="82" charset="0"/>
            </a:endParaRPr>
          </a:p>
        </p:txBody>
      </p:sp>
      <p:sp>
        <p:nvSpPr>
          <p:cNvPr id="3" name="Subtitle 2">
            <a:extLst>
              <a:ext uri="{FF2B5EF4-FFF2-40B4-BE49-F238E27FC236}">
                <a16:creationId xmlns:a16="http://schemas.microsoft.com/office/drawing/2014/main" id="{3D8A8193-3AEE-3D27-5AE8-50634C5329C8}"/>
              </a:ext>
            </a:extLst>
          </p:cNvPr>
          <p:cNvSpPr>
            <a:spLocks noGrp="1"/>
          </p:cNvSpPr>
          <p:nvPr>
            <p:ph type="subTitle" idx="1"/>
          </p:nvPr>
        </p:nvSpPr>
        <p:spPr>
          <a:xfrm>
            <a:off x="1529179" y="8672982"/>
            <a:ext cx="9144000" cy="267817"/>
          </a:xfrm>
        </p:spPr>
        <p:txBody>
          <a:bodyPr>
            <a:noAutofit/>
          </a:bodyPr>
          <a:lstStyle/>
          <a:p>
            <a:endParaRPr lang="en-IN" sz="2800" b="1" dirty="0">
              <a:latin typeface="Algerian" panose="04020705040A02060702" pitchFamily="82" charset="0"/>
            </a:endParaRPr>
          </a:p>
        </p:txBody>
      </p:sp>
      <mc:AlternateContent xmlns:mc="http://schemas.openxmlformats.org/markup-compatibility/2006">
        <mc:Choice xmlns:am3d="http://schemas.microsoft.com/office/drawing/2017/model3d" Requires="am3d">
          <p:graphicFrame>
            <p:nvGraphicFramePr>
              <p:cNvPr id="7" name="3D Model 6" descr="Bicycle">
                <a:extLst>
                  <a:ext uri="{FF2B5EF4-FFF2-40B4-BE49-F238E27FC236}">
                    <a16:creationId xmlns:a16="http://schemas.microsoft.com/office/drawing/2014/main" id="{21591137-423D-C892-A7A8-4DE1933FBE42}"/>
                  </a:ext>
                </a:extLst>
              </p:cNvPr>
              <p:cNvGraphicFramePr>
                <a:graphicFrameLocks noChangeAspect="1"/>
              </p:cNvGraphicFramePr>
              <p:nvPr>
                <p:extLst>
                  <p:ext uri="{D42A27DB-BD31-4B8C-83A1-F6EECF244321}">
                    <p14:modId xmlns:p14="http://schemas.microsoft.com/office/powerpoint/2010/main" val="2751215246"/>
                  </p:ext>
                </p:extLst>
              </p:nvPr>
            </p:nvGraphicFramePr>
            <p:xfrm>
              <a:off x="7936955" y="3509433"/>
              <a:ext cx="1463981" cy="1045700"/>
            </p:xfrm>
            <a:graphic>
              <a:graphicData uri="http://schemas.microsoft.com/office/drawing/2017/model3d">
                <am3d:model3d r:embed="rId2">
                  <am3d:spPr>
                    <a:xfrm>
                      <a:off x="0" y="0"/>
                      <a:ext cx="1463981" cy="1045700"/>
                    </a:xfrm>
                    <a:prstGeom prst="rect">
                      <a:avLst/>
                    </a:prstGeom>
                  </am3d:spPr>
                  <am3d:camera>
                    <am3d:pos x="0" y="0" z="56222182"/>
                    <am3d:up dx="0" dy="36000000" dz="0"/>
                    <am3d:lookAt x="0" y="0" z="0"/>
                    <am3d:perspective fov="2700000"/>
                  </am3d:camera>
                  <am3d:trans>
                    <am3d:meterPerModelUnit n="1919265" d="1000000"/>
                    <am3d:preTrans dx="0" dy="-10663436" dz="-369062"/>
                    <am3d:scale>
                      <am3d:sx n="1000000" d="1000000"/>
                      <am3d:sy n="1000000" d="1000000"/>
                      <am3d:sz n="1000000" d="1000000"/>
                    </am3d:scale>
                    <am3d:rot ax="-513526" ay="3618383" az="-446894"/>
                    <am3d:postTrans dx="0" dy="0" dz="0"/>
                  </am3d:trans>
                  <am3d:raster rName="Office3DRenderer" rVer="16.0.8326">
                    <am3d:blip r:embed="rId3"/>
                  </am3d:raster>
                  <am3d:objViewport viewportSz="17111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Bicycle">
                <a:extLst>
                  <a:ext uri="{FF2B5EF4-FFF2-40B4-BE49-F238E27FC236}">
                    <a16:creationId xmlns:a16="http://schemas.microsoft.com/office/drawing/2014/main" id="{21591137-423D-C892-A7A8-4DE1933FBE42}"/>
                  </a:ext>
                </a:extLst>
              </p:cNvPr>
              <p:cNvPicPr>
                <a:picLocks noGrp="1" noRot="1" noChangeAspect="1" noMove="1" noResize="1" noEditPoints="1" noAdjustHandles="1" noChangeArrowheads="1" noChangeShapeType="1" noCrop="1"/>
              </p:cNvPicPr>
              <p:nvPr/>
            </p:nvPicPr>
            <p:blipFill>
              <a:blip r:embed="rId3"/>
              <a:stretch>
                <a:fillRect/>
              </a:stretch>
            </p:blipFill>
            <p:spPr>
              <a:xfrm>
                <a:off x="7936955" y="3509433"/>
                <a:ext cx="1463981" cy="104570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Bicycle">
                <a:extLst>
                  <a:ext uri="{FF2B5EF4-FFF2-40B4-BE49-F238E27FC236}">
                    <a16:creationId xmlns:a16="http://schemas.microsoft.com/office/drawing/2014/main" id="{257081BE-E25E-3088-72EC-FED999F11176}"/>
                  </a:ext>
                </a:extLst>
              </p:cNvPr>
              <p:cNvGraphicFramePr>
                <a:graphicFrameLocks noChangeAspect="1"/>
              </p:cNvGraphicFramePr>
              <p:nvPr>
                <p:extLst>
                  <p:ext uri="{D42A27DB-BD31-4B8C-83A1-F6EECF244321}">
                    <p14:modId xmlns:p14="http://schemas.microsoft.com/office/powerpoint/2010/main" val="1858453410"/>
                  </p:ext>
                </p:extLst>
              </p:nvPr>
            </p:nvGraphicFramePr>
            <p:xfrm>
              <a:off x="2787414" y="3559441"/>
              <a:ext cx="1412064" cy="1014034"/>
            </p:xfrm>
            <a:graphic>
              <a:graphicData uri="http://schemas.microsoft.com/office/drawing/2017/model3d">
                <am3d:model3d r:embed="rId2">
                  <am3d:spPr>
                    <a:xfrm>
                      <a:off x="0" y="0"/>
                      <a:ext cx="1412064" cy="1014034"/>
                    </a:xfrm>
                    <a:prstGeom prst="rect">
                      <a:avLst/>
                    </a:prstGeom>
                  </am3d:spPr>
                  <am3d:camera>
                    <am3d:pos x="0" y="0" z="56222182"/>
                    <am3d:up dx="0" dy="36000000" dz="0"/>
                    <am3d:lookAt x="0" y="0" z="0"/>
                    <am3d:perspective fov="2700000"/>
                  </am3d:camera>
                  <am3d:trans>
                    <am3d:meterPerModelUnit n="1919265" d="1000000"/>
                    <am3d:preTrans dx="0" dy="-10663436" dz="-369062"/>
                    <am3d:scale>
                      <am3d:sx n="1000000" d="1000000"/>
                      <am3d:sy n="1000000" d="1000000"/>
                      <am3d:sz n="1000000" d="1000000"/>
                    </am3d:scale>
                    <am3d:rot ax="724251" ay="-3294611" az="-595492"/>
                    <am3d:postTrans dx="0" dy="0" dz="0"/>
                  </am3d:trans>
                  <am3d:raster rName="Office3DRenderer" rVer="16.0.8326">
                    <am3d:blip r:embed="rId4"/>
                  </am3d:raster>
                  <am3d:objViewport viewportSz="17342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Bicycle">
                <a:extLst>
                  <a:ext uri="{FF2B5EF4-FFF2-40B4-BE49-F238E27FC236}">
                    <a16:creationId xmlns:a16="http://schemas.microsoft.com/office/drawing/2014/main" id="{257081BE-E25E-3088-72EC-FED999F11176}"/>
                  </a:ext>
                </a:extLst>
              </p:cNvPr>
              <p:cNvPicPr>
                <a:picLocks noGrp="1" noRot="1" noChangeAspect="1" noMove="1" noResize="1" noEditPoints="1" noAdjustHandles="1" noChangeArrowheads="1" noChangeShapeType="1" noCrop="1"/>
              </p:cNvPicPr>
              <p:nvPr/>
            </p:nvPicPr>
            <p:blipFill>
              <a:blip r:embed="rId4"/>
              <a:stretch>
                <a:fillRect/>
              </a:stretch>
            </p:blipFill>
            <p:spPr>
              <a:xfrm>
                <a:off x="2787414" y="3559441"/>
                <a:ext cx="1412064" cy="1014034"/>
              </a:xfrm>
              <a:prstGeom prst="rect">
                <a:avLst/>
              </a:prstGeom>
            </p:spPr>
          </p:pic>
        </mc:Fallback>
      </mc:AlternateContent>
    </p:spTree>
    <p:extLst>
      <p:ext uri="{BB962C8B-B14F-4D97-AF65-F5344CB8AC3E}">
        <p14:creationId xmlns:p14="http://schemas.microsoft.com/office/powerpoint/2010/main" val="364824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39" presetClass="emph" presetSubtype="2" fill="hold" nodeType="withEffect">
                                  <p:stCondLst>
                                    <p:cond delay="0"/>
                                  </p:stCondLst>
                                  <p:childTnLst>
                                    <p:anim calcmode="lin" valueType="num">
                                      <p:cBhvr additive="sum">
                                        <p:cTn id="11" dur="2000" fill="hold"/>
                                        <p:tgtEl>
                                          <p:spTgt spid="8"/>
                                        </p:tgtEl>
                                        <p:attrNameLst>
                                          <p:attrName>3d.object.rotation.y</p:attrName>
                                        </p:attrNameLst>
                                      </p:cBhvr>
                                      <p:tavLst>
                                        <p:tav tm="0">
                                          <p:val>
                                            <p:fltVal val="0"/>
                                          </p:val>
                                        </p:tav>
                                        <p:tav tm="1120">
                                          <p:val>
                                            <p:fltVal val="-0.0012"/>
                                          </p:val>
                                        </p:tav>
                                        <p:tav tm="2250">
                                          <p:val>
                                            <p:fltVal val="-0.0098"/>
                                          </p:val>
                                        </p:tav>
                                        <p:tav tm="3370">
                                          <p:val>
                                            <p:fltVal val="-0.033"/>
                                          </p:val>
                                        </p:tav>
                                        <p:tav tm="4490">
                                          <p:val>
                                            <p:fltVal val="-0.0789"/>
                                          </p:val>
                                        </p:tav>
                                        <p:tav tm="5620">
                                          <p:val>
                                            <p:fltVal val="-0.1548"/>
                                          </p:val>
                                        </p:tav>
                                        <p:tav tm="6740">
                                          <p:val>
                                            <p:fltVal val="-0.267"/>
                                          </p:val>
                                        </p:tav>
                                        <p:tav tm="7870">
                                          <p:val>
                                            <p:fltVal val="-0.4235"/>
                                          </p:val>
                                        </p:tav>
                                        <p:tav tm="8990">
                                          <p:val>
                                            <p:fltVal val="-0.6337"/>
                                          </p:val>
                                        </p:tav>
                                        <p:tav tm="10110">
                                          <p:val>
                                            <p:fltVal val="-0.9013"/>
                                          </p:val>
                                        </p:tav>
                                        <p:tav tm="11240">
                                          <p:val>
                                            <p:fltVal val="-1.2353"/>
                                          </p:val>
                                        </p:tav>
                                        <p:tav tm="12360">
                                          <p:val>
                                            <p:fltVal val="-1.647"/>
                                          </p:val>
                                        </p:tav>
                                        <p:tav tm="13480">
                                          <p:val>
                                            <p:fltVal val="-2.0869"/>
                                          </p:val>
                                        </p:tav>
                                        <p:tav tm="14610">
                                          <p:val>
                                            <p:fltVal val="-2.4538"/>
                                          </p:val>
                                        </p:tav>
                                        <p:tav tm="15730">
                                          <p:val>
                                            <p:fltVal val="-2.7534"/>
                                          </p:val>
                                        </p:tav>
                                        <p:tav tm="16850">
                                          <p:val>
                                            <p:fltVal val="-2.9876"/>
                                          </p:val>
                                        </p:tav>
                                        <p:tav tm="17980">
                                          <p:val>
                                            <p:fltVal val="-3.1669"/>
                                          </p:val>
                                        </p:tav>
                                        <p:tav tm="19100">
                                          <p:val>
                                            <p:fltVal val="-3.2996"/>
                                          </p:val>
                                        </p:tav>
                                        <p:tav tm="20220">
                                          <p:val>
                                            <p:fltVal val="-3.3906"/>
                                          </p:val>
                                        </p:tav>
                                        <p:tav tm="21350">
                                          <p:val>
                                            <p:fltVal val="-3.4488"/>
                                          </p:val>
                                        </p:tav>
                                        <p:tav tm="22470">
                                          <p:val>
                                            <p:fltVal val="-3.4815"/>
                                          </p:val>
                                        </p:tav>
                                        <p:tav tm="23600">
                                          <p:val>
                                            <p:fltVal val="-3.4961"/>
                                          </p:val>
                                        </p:tav>
                                        <p:tav tm="24720">
                                          <p:val>
                                            <p:fltVal val="-3.4998"/>
                                          </p:val>
                                        </p:tav>
                                        <p:tav tm="25840">
                                          <p:val>
                                            <p:fltVal val="-3.0301"/>
                                          </p:val>
                                        </p:tav>
                                        <p:tav tm="26970">
                                          <p:val>
                                            <p:fltVal val="-0.9661"/>
                                          </p:val>
                                        </p:tav>
                                        <p:tav tm="28090">
                                          <p:val>
                                            <p:fltVal val="2.1525"/>
                                          </p:val>
                                        </p:tav>
                                        <p:tav tm="29210">
                                          <p:val>
                                            <p:fltVal val="6.1215"/>
                                          </p:val>
                                        </p:tav>
                                        <p:tav tm="30340">
                                          <p:val>
                                            <p:fltVal val="10.8322"/>
                                          </p:val>
                                        </p:tav>
                                        <p:tav tm="31460">
                                          <p:val>
                                            <p:fltVal val="16.2132"/>
                                          </p:val>
                                        </p:tav>
                                        <p:tav tm="32580">
                                          <p:val>
                                            <p:fltVal val="22.2128"/>
                                          </p:val>
                                        </p:tav>
                                        <p:tav tm="33710">
                                          <p:val>
                                            <p:fltVal val="28.7297"/>
                                          </p:val>
                                        </p:tav>
                                        <p:tav tm="34830">
                                          <p:val>
                                            <p:fltVal val="35.8493"/>
                                          </p:val>
                                        </p:tav>
                                        <p:tav tm="35960">
                                          <p:val>
                                            <p:fltVal val="43.4888"/>
                                          </p:val>
                                        </p:tav>
                                        <p:tav tm="37080">
                                          <p:val>
                                            <p:fltVal val="51.6257"/>
                                          </p:val>
                                        </p:tav>
                                        <p:tav tm="38200">
                                          <p:val>
                                            <p:fltVal val="60.2402"/>
                                          </p:val>
                                        </p:tav>
                                        <p:tav tm="39330">
                                          <p:val>
                                            <p:fltVal val="69.3155"/>
                                          </p:val>
                                        </p:tav>
                                        <p:tav tm="40450">
                                          <p:val>
                                            <p:fltVal val="78.8364"/>
                                          </p:val>
                                        </p:tav>
                                        <p:tav tm="41570">
                                          <p:val>
                                            <p:fltVal val="88.6987"/>
                                          </p:val>
                                        </p:tav>
                                        <p:tav tm="42700">
                                          <p:val>
                                            <p:fltVal val="99.0679"/>
                                          </p:val>
                                        </p:tav>
                                        <p:tav tm="43820">
                                          <p:val>
                                            <p:fltVal val="109.8461"/>
                                          </p:val>
                                        </p:tav>
                                        <p:tav tm="44940">
                                          <p:val>
                                            <p:fltVal val="121.0232"/>
                                          </p:val>
                                        </p:tav>
                                        <p:tav tm="46070">
                                          <p:val>
                                            <p:fltVal val="132.5899"/>
                                          </p:val>
                                        </p:tav>
                                        <p:tav tm="47190">
                                          <p:val>
                                            <p:fltVal val="144.5376"/>
                                          </p:val>
                                        </p:tav>
                                        <p:tav tm="48310">
                                          <p:val>
                                            <p:fltVal val="156.85851"/>
                                          </p:val>
                                        </p:tav>
                                        <p:tav tm="49440">
                                          <p:val>
                                            <p:fltVal val="169.43021"/>
                                          </p:val>
                                        </p:tav>
                                        <p:tav tm="50560">
                                          <p:val>
                                            <p:fltVal val="182.34309"/>
                                          </p:val>
                                        </p:tav>
                                        <p:tav tm="51690">
                                          <p:val>
                                            <p:fltVal val="195.1411"/>
                                          </p:val>
                                        </p:tav>
                                        <p:tav tm="52810">
                                          <p:val>
                                            <p:fltVal val="207.6945"/>
                                          </p:val>
                                        </p:tav>
                                        <p:tav tm="53930">
                                          <p:val>
                                            <p:fltVal val="219.77251"/>
                                          </p:val>
                                        </p:tav>
                                        <p:tav tm="55060">
                                          <p:val>
                                            <p:fltVal val="231.4814"/>
                                          </p:val>
                                        </p:tav>
                                        <p:tav tm="56180">
                                          <p:val>
                                            <p:fltVal val="242.91341"/>
                                          </p:val>
                                        </p:tav>
                                        <p:tav tm="57300">
                                          <p:val>
                                            <p:fltVal val="253.8558"/>
                                          </p:val>
                                        </p:tav>
                                        <p:tav tm="58430">
                                          <p:val>
                                            <p:fltVal val="264.40329"/>
                                          </p:val>
                                        </p:tav>
                                        <p:tav tm="59550">
                                          <p:val>
                                            <p:fltVal val="274.63501"/>
                                          </p:val>
                                        </p:tav>
                                        <p:tav tm="60670">
                                          <p:val>
                                            <p:fltVal val="284.35721"/>
                                          </p:val>
                                        </p:tav>
                                        <p:tav tm="61800">
                                          <p:val>
                                            <p:fltVal val="293.6507"/>
                                          </p:val>
                                        </p:tav>
                                        <p:tav tm="62920">
                                          <p:val>
                                            <p:fltVal val="302.57959"/>
                                          </p:val>
                                        </p:tav>
                                        <p:tav tm="64040">
                                          <p:val>
                                            <p:fltVal val="310.96921"/>
                                          </p:val>
                                        </p:tav>
                                        <p:tav tm="65170">
                                          <p:val>
                                            <p:fltVal val="318.88379"/>
                                          </p:val>
                                        </p:tav>
                                        <p:tav tm="66290">
                                          <p:val>
                                            <p:fltVal val="326.36801"/>
                                          </p:val>
                                        </p:tav>
                                        <p:tav tm="67420">
                                          <p:val>
                                            <p:fltVal val="333.26511"/>
                                          </p:val>
                                        </p:tav>
                                        <p:tav tm="68540">
                                          <p:val>
                                            <p:fltVal val="339.6712"/>
                                          </p:val>
                                        </p:tav>
                                        <p:tav tm="69660">
                                          <p:val>
                                            <p:fltVal val="345.43851"/>
                                          </p:val>
                                        </p:tav>
                                        <p:tav tm="70790">
                                          <p:val>
                                            <p:fltVal val="350.58469"/>
                                          </p:val>
                                        </p:tav>
                                        <p:tav tm="71910">
                                          <p:val>
                                            <p:fltVal val="355.09189"/>
                                          </p:val>
                                        </p:tav>
                                        <p:tav tm="73030">
                                          <p:val>
                                            <p:fltVal val="358.80179"/>
                                          </p:val>
                                        </p:tav>
                                        <p:tav tm="74160">
                                          <p:val>
                                            <p:fltVal val="361.63531"/>
                                          </p:val>
                                        </p:tav>
                                        <p:tav tm="75280">
                                          <p:val>
                                            <p:fltVal val="363.345"/>
                                          </p:val>
                                        </p:tav>
                                        <p:tav tm="76400">
                                          <p:val>
                                            <p:fltVal val="363.4978"/>
                                          </p:val>
                                        </p:tav>
                                        <p:tav tm="77530">
                                          <p:val>
                                            <p:fltVal val="363.47061"/>
                                          </p:val>
                                        </p:tav>
                                        <p:tav tm="78650">
                                          <p:val>
                                            <p:fltVal val="363.38339"/>
                                          </p:val>
                                        </p:tav>
                                        <p:tav tm="79780">
                                          <p:val>
                                            <p:fltVal val="363.20349"/>
                                          </p:val>
                                        </p:tav>
                                        <p:tav tm="80900">
                                          <p:val>
                                            <p:fltVal val="362.8963"/>
                                          </p:val>
                                        </p:tav>
                                        <p:tav tm="82020">
                                          <p:val>
                                            <p:fltVal val="362.4227"/>
                                          </p:val>
                                        </p:tav>
                                        <p:tav tm="83150">
                                          <p:val>
                                            <p:fltVal val="361.7569"/>
                                          </p:val>
                                        </p:tav>
                                        <p:tav tm="84270">
                                          <p:val>
                                            <p:fltVal val="361.0874"/>
                                          </p:val>
                                        </p:tav>
                                        <p:tav tm="85390">
                                          <p:val>
                                            <p:fltVal val="360.6105"/>
                                          </p:val>
                                        </p:tav>
                                        <p:tav tm="86520">
                                          <p:val>
                                            <p:fltVal val="360.30069"/>
                                          </p:val>
                                        </p:tav>
                                        <p:tav tm="87640">
                                          <p:val>
                                            <p:fltVal val="360.1188"/>
                                          </p:val>
                                        </p:tav>
                                        <p:tav tm="88760">
                                          <p:val>
                                            <p:fltVal val="360.03021"/>
                                          </p:val>
                                        </p:tav>
                                        <p:tav tm="89890">
                                          <p:val>
                                            <p:fltVal val="360.00229"/>
                                          </p:val>
                                        </p:tav>
                                        <p:tav tm="91010">
                                          <p:val>
                                            <p:fltVal val="360"/>
                                          </p:val>
                                        </p:tav>
                                        <p:tav tm="92130">
                                          <p:val>
                                            <p:fltVal val="360"/>
                                          </p:val>
                                        </p:tav>
                                        <p:tav tm="93260">
                                          <p:val>
                                            <p:fltVal val="360"/>
                                          </p:val>
                                        </p:tav>
                                        <p:tav tm="94380">
                                          <p:val>
                                            <p:fltVal val="360"/>
                                          </p:val>
                                        </p:tav>
                                        <p:tav tm="95510">
                                          <p:val>
                                            <p:fltVal val="360"/>
                                          </p:val>
                                        </p:tav>
                                        <p:tav tm="96630">
                                          <p:val>
                                            <p:fltVal val="360"/>
                                          </p:val>
                                        </p:tav>
                                        <p:tav tm="97750">
                                          <p:val>
                                            <p:fltVal val="360"/>
                                          </p:val>
                                        </p:tav>
                                        <p:tav tm="98880">
                                          <p:val>
                                            <p:fltVal val="360"/>
                                          </p:val>
                                        </p:tav>
                                        <p:tav tm="100000">
                                          <p:val>
                                            <p:fltVal val="360"/>
                                          </p:val>
                                        </p:tav>
                                      </p:tavLst>
                                    </p:anim>
                                    <p:anim calcmode="lin" valueType="num">
                                      <p:cBhvr additive="sum">
                                        <p:cTn id="12" dur="2000" fill="hold"/>
                                        <p:tgtEl>
                                          <p:spTgt spid="8"/>
                                        </p:tgtEl>
                                        <p:attrNameLst>
                                          <p:attrName>3d.object.translation.y</p:attrName>
                                        </p:attrNameLst>
                                      </p:cBhvr>
                                      <p:tavLst>
                                        <p:tav tm="0">
                                          <p:val>
                                            <p:fltVal val="0"/>
                                          </p:val>
                                        </p:tav>
                                        <p:tav tm="1120">
                                          <p:val>
                                            <p:fltVal val="0"/>
                                          </p:val>
                                        </p:tav>
                                        <p:tav tm="2250">
                                          <p:val>
                                            <p:fltVal val="-10E-5"/>
                                          </p:val>
                                        </p:tav>
                                        <p:tav tm="3370">
                                          <p:val>
                                            <p:fltVal val="-0.0004"/>
                                          </p:val>
                                        </p:tav>
                                        <p:tav tm="4490">
                                          <p:val>
                                            <p:fltVal val="-0.0011"/>
                                          </p:val>
                                        </p:tav>
                                        <p:tav tm="5620">
                                          <p:val>
                                            <p:fltVal val="-0.0021"/>
                                          </p:val>
                                        </p:tav>
                                        <p:tav tm="6740">
                                          <p:val>
                                            <p:fltVal val="-0.0037"/>
                                          </p:val>
                                        </p:tav>
                                        <p:tav tm="7870">
                                          <p:val>
                                            <p:fltVal val="-0.0059"/>
                                          </p:val>
                                        </p:tav>
                                        <p:tav tm="8990">
                                          <p:val>
                                            <p:fltVal val="-0.0088"/>
                                          </p:val>
                                        </p:tav>
                                        <p:tav tm="10110">
                                          <p:val>
                                            <p:fltVal val="-0.0125"/>
                                          </p:val>
                                        </p:tav>
                                        <p:tav tm="11240">
                                          <p:val>
                                            <p:fltVal val="-0.0162"/>
                                          </p:val>
                                        </p:tav>
                                        <p:tav tm="12360">
                                          <p:val>
                                            <p:fltVal val="-0.0191"/>
                                          </p:val>
                                        </p:tav>
                                        <p:tav tm="13480">
                                          <p:val>
                                            <p:fltVal val="-0.0213"/>
                                          </p:val>
                                        </p:tav>
                                        <p:tav tm="14610">
                                          <p:val>
                                            <p:fltVal val="-0.0228"/>
                                          </p:val>
                                        </p:tav>
                                        <p:tav tm="15730">
                                          <p:val>
                                            <p:fltVal val="-0.0239"/>
                                          </p:val>
                                        </p:tav>
                                        <p:tav tm="16850">
                                          <p:val>
                                            <p:fltVal val="-0.0245"/>
                                          </p:val>
                                        </p:tav>
                                        <p:tav tm="17980">
                                          <p:val>
                                            <p:fltVal val="-0.0248"/>
                                          </p:val>
                                        </p:tav>
                                        <p:tav tm="19100">
                                          <p:val>
                                            <p:fltVal val="-0.0249"/>
                                          </p:val>
                                        </p:tav>
                                        <p:tav tm="20220">
                                          <p:val>
                                            <p:fltVal val="-0.0249"/>
                                          </p:val>
                                        </p:tav>
                                        <p:tav tm="21350">
                                          <p:val>
                                            <p:fltVal val="-0.0248"/>
                                          </p:val>
                                        </p:tav>
                                        <p:tav tm="22470">
                                          <p:val>
                                            <p:fltVal val="-0.0241"/>
                                          </p:val>
                                        </p:tav>
                                        <p:tav tm="23600">
                                          <p:val>
                                            <p:fltVal val="-0.022"/>
                                          </p:val>
                                        </p:tav>
                                        <p:tav tm="24720">
                                          <p:val>
                                            <p:fltVal val="-0.0179"/>
                                          </p:val>
                                        </p:tav>
                                        <p:tav tm="25840">
                                          <p:val>
                                            <p:fltVal val="-0.0113"/>
                                          </p:val>
                                        </p:tav>
                                        <p:tav tm="26970">
                                          <p:val>
                                            <p:fltVal val="-0.0013"/>
                                          </p:val>
                                        </p:tav>
                                        <p:tav tm="28090">
                                          <p:val>
                                            <p:fltVal val="0.0124"/>
                                          </p:val>
                                        </p:tav>
                                        <p:tav tm="29210">
                                          <p:val>
                                            <p:fltVal val="0.0309"/>
                                          </p:val>
                                        </p:tav>
                                        <p:tav tm="30340">
                                          <p:val>
                                            <p:fltVal val="0.0546"/>
                                          </p:val>
                                        </p:tav>
                                        <p:tav tm="31460">
                                          <p:val>
                                            <p:fltVal val="0.0842"/>
                                          </p:val>
                                        </p:tav>
                                        <p:tav tm="32580">
                                          <p:val>
                                            <p:fltVal val="0.1204"/>
                                          </p:val>
                                        </p:tav>
                                        <p:tav tm="33710">
                                          <p:val>
                                            <p:fltVal val="0.1634"/>
                                          </p:val>
                                        </p:tav>
                                        <p:tav tm="34830">
                                          <p:val>
                                            <p:fltVal val="0.2145"/>
                                          </p:val>
                                        </p:tav>
                                        <p:tav tm="35960">
                                          <p:val>
                                            <p:fltVal val="0.2711"/>
                                          </p:val>
                                        </p:tav>
                                        <p:tav tm="37080">
                                          <p:val>
                                            <p:fltVal val="0.3207"/>
                                          </p:val>
                                        </p:tav>
                                        <p:tav tm="38200">
                                          <p:val>
                                            <p:fltVal val="0.3625"/>
                                          </p:val>
                                        </p:tav>
                                        <p:tav tm="39330">
                                          <p:val>
                                            <p:fltVal val="0.3973"/>
                                          </p:val>
                                        </p:tav>
                                        <p:tav tm="40450">
                                          <p:val>
                                            <p:fltVal val="0.4256"/>
                                          </p:val>
                                        </p:tav>
                                        <p:tav tm="41570">
                                          <p:val>
                                            <p:fltVal val="0.448"/>
                                          </p:val>
                                        </p:tav>
                                        <p:tav tm="42700">
                                          <p:val>
                                            <p:fltVal val="0.4655"/>
                                          </p:val>
                                        </p:tav>
                                        <p:tav tm="43820">
                                          <p:val>
                                            <p:fltVal val="0.4786"/>
                                          </p:val>
                                        </p:tav>
                                        <p:tav tm="44940">
                                          <p:val>
                                            <p:fltVal val="0.4878"/>
                                          </p:val>
                                        </p:tav>
                                        <p:tav tm="46070">
                                          <p:val>
                                            <p:fltVal val="0.4939"/>
                                          </p:val>
                                        </p:tav>
                                        <p:tav tm="47190">
                                          <p:val>
                                            <p:fltVal val="0.4975"/>
                                          </p:val>
                                        </p:tav>
                                        <p:tav tm="48310">
                                          <p:val>
                                            <p:fltVal val="0.4993"/>
                                          </p:val>
                                        </p:tav>
                                        <p:tav tm="49440">
                                          <p:val>
                                            <p:fltVal val="0.4999"/>
                                          </p:val>
                                        </p:tav>
                                        <p:tav tm="50560">
                                          <p:val>
                                            <p:fltVal val="0.4999"/>
                                          </p:val>
                                        </p:tav>
                                        <p:tav tm="51690">
                                          <p:val>
                                            <p:fltVal val="0.4998"/>
                                          </p:val>
                                        </p:tav>
                                        <p:tav tm="52810">
                                          <p:val>
                                            <p:fltVal val="0.4988"/>
                                          </p:val>
                                        </p:tav>
                                        <p:tav tm="53930">
                                          <p:val>
                                            <p:fltVal val="0.4965"/>
                                          </p:val>
                                        </p:tav>
                                        <p:tav tm="55060">
                                          <p:val>
                                            <p:fltVal val="0.4921"/>
                                          </p:val>
                                        </p:tav>
                                        <p:tav tm="56180">
                                          <p:val>
                                            <p:fltVal val="0.485"/>
                                          </p:val>
                                        </p:tav>
                                        <p:tav tm="57300">
                                          <p:val>
                                            <p:fltVal val="0.4746"/>
                                          </p:val>
                                        </p:tav>
                                        <p:tav tm="58430">
                                          <p:val>
                                            <p:fltVal val="0.4603"/>
                                          </p:val>
                                        </p:tav>
                                        <p:tav tm="59550">
                                          <p:val>
                                            <p:fltVal val="0.4411"/>
                                          </p:val>
                                        </p:tav>
                                        <p:tav tm="60670">
                                          <p:val>
                                            <p:fltVal val="0.4169"/>
                                          </p:val>
                                        </p:tav>
                                        <p:tav tm="61800">
                                          <p:val>
                                            <p:fltVal val="0.3868"/>
                                          </p:val>
                                        </p:tav>
                                        <p:tav tm="62920">
                                          <p:val>
                                            <p:fltVal val="0.3499"/>
                                          </p:val>
                                        </p:tav>
                                        <p:tav tm="64040">
                                          <p:val>
                                            <p:fltVal val="0.306"/>
                                          </p:val>
                                        </p:tav>
                                        <p:tav tm="65170">
                                          <p:val>
                                            <p:fltVal val="0.2544"/>
                                          </p:val>
                                        </p:tav>
                                        <p:tav tm="66290">
                                          <p:val>
                                            <p:fltVal val="0.1981"/>
                                          </p:val>
                                        </p:tav>
                                        <p:tav tm="67420">
                                          <p:val>
                                            <p:fltVal val="0.1498"/>
                                          </p:val>
                                        </p:tav>
                                        <p:tav tm="68540">
                                          <p:val>
                                            <p:fltVal val="0.1087"/>
                                          </p:val>
                                        </p:tav>
                                        <p:tav tm="69660">
                                          <p:val>
                                            <p:fltVal val="0.0748"/>
                                          </p:val>
                                        </p:tav>
                                        <p:tav tm="70790">
                                          <p:val>
                                            <p:fltVal val="0.0473"/>
                                          </p:val>
                                        </p:tav>
                                        <p:tav tm="71910">
                                          <p:val>
                                            <p:fltVal val="0.0251"/>
                                          </p:val>
                                        </p:tav>
                                        <p:tav tm="73030">
                                          <p:val>
                                            <p:fltVal val="0.0082"/>
                                          </p:val>
                                        </p:tav>
                                        <p:tav tm="74160">
                                          <p:val>
                                            <p:fltVal val="-0.0044"/>
                                          </p:val>
                                        </p:tav>
                                        <p:tav tm="75280">
                                          <p:val>
                                            <p:fltVal val="-0.0134"/>
                                          </p:val>
                                        </p:tav>
                                        <p:tav tm="76400">
                                          <p:val>
                                            <p:fltVal val="-0.0192"/>
                                          </p:val>
                                        </p:tav>
                                        <p:tav tm="77530">
                                          <p:val>
                                            <p:fltVal val="-0.0227"/>
                                          </p:val>
                                        </p:tav>
                                        <p:tav tm="78650">
                                          <p:val>
                                            <p:fltVal val="-0.0244"/>
                                          </p:val>
                                        </p:tav>
                                        <p:tav tm="79780">
                                          <p:val>
                                            <p:fltVal val="-0.0249"/>
                                          </p:val>
                                        </p:tav>
                                        <p:tav tm="80900">
                                          <p:val>
                                            <p:fltVal val="-0.0249"/>
                                          </p:val>
                                        </p:tav>
                                        <p:tav tm="82020">
                                          <p:val>
                                            <p:fltVal val="-0.0244"/>
                                          </p:val>
                                        </p:tav>
                                        <p:tav tm="83150">
                                          <p:val>
                                            <p:fltVal val="-0.0219"/>
                                          </p:val>
                                        </p:tav>
                                        <p:tav tm="84270">
                                          <p:val>
                                            <p:fltVal val="-0.0156"/>
                                          </p:val>
                                        </p:tav>
                                        <p:tav tm="85390">
                                          <p:val>
                                            <p:fltVal val="-0.0039"/>
                                          </p:val>
                                        </p:tav>
                                        <p:tav tm="86520">
                                          <p:val>
                                            <p:fltVal val="0.0104"/>
                                          </p:val>
                                        </p:tav>
                                        <p:tav tm="87640">
                                          <p:val>
                                            <p:fltVal val="0.0192"/>
                                          </p:val>
                                        </p:tav>
                                        <p:tav tm="88760">
                                          <p:val>
                                            <p:fltVal val="0.0235"/>
                                          </p:val>
                                        </p:tav>
                                        <p:tav tm="89890">
                                          <p:val>
                                            <p:fltVal val="0.0248"/>
                                          </p:val>
                                        </p:tav>
                                        <p:tav tm="91010">
                                          <p:val>
                                            <p:fltVal val="0.0249"/>
                                          </p:val>
                                        </p:tav>
                                        <p:tav tm="92130">
                                          <p:val>
                                            <p:fltVal val="0.0247"/>
                                          </p:val>
                                        </p:tav>
                                        <p:tav tm="93260">
                                          <p:val>
                                            <p:fltVal val="0.0234"/>
                                          </p:val>
                                        </p:tav>
                                        <p:tav tm="94380">
                                          <p:val>
                                            <p:fltVal val="0.0202"/>
                                          </p:val>
                                        </p:tav>
                                        <p:tav tm="95510">
                                          <p:val>
                                            <p:fltVal val="0.0143"/>
                                          </p:val>
                                        </p:tav>
                                        <p:tav tm="96630">
                                          <p:val>
                                            <p:fltVal val="0.0071"/>
                                          </p:val>
                                        </p:tav>
                                        <p:tav tm="97750">
                                          <p:val>
                                            <p:fltVal val="0.0027"/>
                                          </p:val>
                                        </p:tav>
                                        <p:tav tm="98880">
                                          <p:val>
                                            <p:fltVal val="0.0007"/>
                                          </p:val>
                                        </p:tav>
                                        <p:tav tm="100000">
                                          <p:val>
                                            <p:fltVal val="0"/>
                                          </p:val>
                                        </p:tav>
                                      </p:tavLst>
                                    </p:anim>
                                    <p:anim calcmode="lin" valueType="num">
                                      <p:cBhvr additive="mult">
                                        <p:cTn id="13" dur="2000" fill="hold"/>
                                        <p:tgtEl>
                                          <p:spTgt spid="8"/>
                                        </p:tgtEl>
                                        <p:attrNameLst>
                                          <p:attrName>3d.object.scale.x</p:attrName>
                                        </p:attrNameLst>
                                      </p:cBhvr>
                                      <p:tavLst>
                                        <p:tav tm="0">
                                          <p:val>
                                            <p:fltVal val="1"/>
                                          </p:val>
                                        </p:tav>
                                        <p:tav tm="1120">
                                          <p:val>
                                            <p:fltVal val="1"/>
                                          </p:val>
                                        </p:tav>
                                        <p:tav tm="2250">
                                          <p:val>
                                            <p:fltVal val="1.0002"/>
                                          </p:val>
                                        </p:tav>
                                        <p:tav tm="3370">
                                          <p:val>
                                            <p:fltVal val="1.0009"/>
                                          </p:val>
                                        </p:tav>
                                        <p:tav tm="4490">
                                          <p:val>
                                            <p:fltVal val="1.0023"/>
                                          </p:val>
                                        </p:tav>
                                        <p:tav tm="5620">
                                          <p:val>
                                            <p:fltVal val="1.0046"/>
                                          </p:val>
                                        </p:tav>
                                        <p:tav tm="6740">
                                          <p:val>
                                            <p:fltVal val="1.008"/>
                                          </p:val>
                                        </p:tav>
                                        <p:tav tm="7870">
                                          <p:val>
                                            <p:fltVal val="1.0127"/>
                                          </p:val>
                                        </p:tav>
                                        <p:tav tm="8990">
                                          <p:val>
                                            <p:fltVal val="1.019"/>
                                          </p:val>
                                        </p:tav>
                                        <p:tav tm="10110">
                                          <p:val>
                                            <p:fltVal val="1.0271"/>
                                          </p:val>
                                        </p:tav>
                                        <p:tav tm="11240">
                                          <p:val>
                                            <p:fltVal val="1.0351"/>
                                          </p:val>
                                        </p:tav>
                                        <p:tav tm="12360">
                                          <p:val>
                                            <p:fltVal val="1.0414"/>
                                          </p:val>
                                        </p:tav>
                                        <p:tav tm="13480">
                                          <p:val>
                                            <p:fltVal val="1.046"/>
                                          </p:val>
                                        </p:tav>
                                        <p:tav tm="14610">
                                          <p:val>
                                            <p:fltVal val="1.0494"/>
                                          </p:val>
                                        </p:tav>
                                        <p:tav tm="15730">
                                          <p:val>
                                            <p:fltVal val="1.0516"/>
                                          </p:val>
                                        </p:tav>
                                        <p:tav tm="16850">
                                          <p:val>
                                            <p:fltVal val="1.053"/>
                                          </p:val>
                                        </p:tav>
                                        <p:tav tm="17980">
                                          <p:val>
                                            <p:fltVal val="1.0537"/>
                                          </p:val>
                                        </p:tav>
                                        <p:tav tm="19100">
                                          <p:val>
                                            <p:fltVal val="1.0539"/>
                                          </p:val>
                                        </p:tav>
                                        <p:tav tm="20220">
                                          <p:val>
                                            <p:fltVal val="1.054"/>
                                          </p:val>
                                        </p:tav>
                                        <p:tav tm="21350">
                                          <p:val>
                                            <p:fltVal val="1.0536"/>
                                          </p:val>
                                        </p:tav>
                                        <p:tav tm="22470">
                                          <p:val>
                                            <p:fltVal val="1.0515"/>
                                          </p:val>
                                        </p:tav>
                                        <p:tav tm="23600">
                                          <p:val>
                                            <p:fltVal val="1.0457"/>
                                          </p:val>
                                        </p:tav>
                                        <p:tav tm="24720">
                                          <p:val>
                                            <p:fltVal val="1.0344"/>
                                          </p:val>
                                        </p:tav>
                                        <p:tav tm="25840">
                                          <p:val>
                                            <p:fltVal val="1.0183"/>
                                          </p:val>
                                        </p:tav>
                                        <p:tav tm="26970">
                                          <p:val>
                                            <p:fltVal val="1.0076"/>
                                          </p:val>
                                        </p:tav>
                                        <p:tav tm="28090">
                                          <p:val>
                                            <p:fltVal val="1.0021"/>
                                          </p:val>
                                        </p:tav>
                                        <p:tav tm="29210">
                                          <p:val>
                                            <p:fltVal val="1.0002"/>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1"/>
                                          </p:val>
                                        </p:tav>
                                        <p:tav tm="68540">
                                          <p:val>
                                            <p:fltVal val="1.0006"/>
                                          </p:val>
                                        </p:tav>
                                        <p:tav tm="69660">
                                          <p:val>
                                            <p:fltVal val="1.0024"/>
                                          </p:val>
                                        </p:tav>
                                        <p:tav tm="70790">
                                          <p:val>
                                            <p:fltVal val="1.006"/>
                                          </p:val>
                                        </p:tav>
                                        <p:tav tm="71910">
                                          <p:val>
                                            <p:fltVal val="1.0121"/>
                                          </p:val>
                                        </p:tav>
                                        <p:tav tm="73030">
                                          <p:val>
                                            <p:fltVal val="1.0213"/>
                                          </p:val>
                                        </p:tav>
                                        <p:tav tm="74160">
                                          <p:val>
                                            <p:fltVal val="1.0331"/>
                                          </p:val>
                                        </p:tav>
                                        <p:tav tm="75280">
                                          <p:val>
                                            <p:fltVal val="1.0422"/>
                                          </p:val>
                                        </p:tav>
                                        <p:tav tm="76400">
                                          <p:val>
                                            <p:fltVal val="1.0482"/>
                                          </p:val>
                                        </p:tav>
                                        <p:tav tm="77530">
                                          <p:val>
                                            <p:fltVal val="1.0516"/>
                                          </p:val>
                                        </p:tav>
                                        <p:tav tm="78650">
                                          <p:val>
                                            <p:fltVal val="1.0534"/>
                                          </p:val>
                                        </p:tav>
                                        <p:tav tm="79780">
                                          <p:val>
                                            <p:fltVal val="1.0539"/>
                                          </p:val>
                                        </p:tav>
                                        <p:tav tm="80900">
                                          <p:val>
                                            <p:fltVal val="1.0539"/>
                                          </p:val>
                                        </p:tav>
                                        <p:tav tm="82020">
                                          <p:val>
                                            <p:fltVal val="1.0534"/>
                                          </p:val>
                                        </p:tav>
                                        <p:tav tm="83150">
                                          <p:val>
                                            <p:fltVal val="1.0506"/>
                                          </p:val>
                                        </p:tav>
                                        <p:tav tm="84270">
                                          <p:val>
                                            <p:fltVal val="1.0439"/>
                                          </p:val>
                                        </p:tav>
                                        <p:tav tm="85390">
                                          <p:val>
                                            <p:fltVal val="1.0312"/>
                                          </p:val>
                                        </p:tav>
                                        <p:tav tm="86520">
                                          <p:val>
                                            <p:fltVal val="1.0156"/>
                                          </p:val>
                                        </p:tav>
                                        <p:tav tm="87640">
                                          <p:val>
                                            <p:fltVal val="1.0061"/>
                                          </p:val>
                                        </p:tav>
                                        <p:tav tm="88760">
                                          <p:val>
                                            <p:fltVal val="1.0015"/>
                                          </p:val>
                                        </p:tav>
                                        <p:tav tm="89890">
                                          <p:val>
                                            <p:fltVal val="1.0001"/>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anim calcmode="lin" valueType="num">
                                      <p:cBhvr additive="mult">
                                        <p:cTn id="14" dur="2000" fill="hold"/>
                                        <p:tgtEl>
                                          <p:spTgt spid="8"/>
                                        </p:tgtEl>
                                        <p:attrNameLst>
                                          <p:attrName>3d.object.scale.y</p:attrName>
                                        </p:attrNameLst>
                                      </p:cBhvr>
                                      <p:tavLst>
                                        <p:tav tm="0">
                                          <p:val>
                                            <p:fltVal val="1"/>
                                          </p:val>
                                        </p:tav>
                                        <p:tav tm="1120">
                                          <p:val>
                                            <p:fltVal val="0.9999"/>
                                          </p:val>
                                        </p:tav>
                                        <p:tav tm="2250">
                                          <p:val>
                                            <p:fltVal val="0.9994"/>
                                          </p:val>
                                        </p:tav>
                                        <p:tav tm="3370">
                                          <p:val>
                                            <p:fltVal val="0.9981"/>
                                          </p:val>
                                        </p:tav>
                                        <p:tav tm="4490">
                                          <p:val>
                                            <p:fltVal val="0.9955"/>
                                          </p:val>
                                        </p:tav>
                                        <p:tav tm="5620">
                                          <p:val>
                                            <p:fltVal val="0.9913"/>
                                          </p:val>
                                        </p:tav>
                                        <p:tav tm="6740">
                                          <p:val>
                                            <p:fltVal val="0.985"/>
                                          </p:val>
                                        </p:tav>
                                        <p:tav tm="7870">
                                          <p:val>
                                            <p:fltVal val="0.9763"/>
                                          </p:val>
                                        </p:tav>
                                        <p:tav tm="8990">
                                          <p:val>
                                            <p:fltVal val="0.9646"/>
                                          </p:val>
                                        </p:tav>
                                        <p:tav tm="10110">
                                          <p:val>
                                            <p:fltVal val="0.9497"/>
                                          </p:val>
                                        </p:tav>
                                        <p:tav tm="11240">
                                          <p:val>
                                            <p:fltVal val="0.9348"/>
                                          </p:val>
                                        </p:tav>
                                        <p:tav tm="12360">
                                          <p:val>
                                            <p:fltVal val="0.9232"/>
                                          </p:val>
                                        </p:tav>
                                        <p:tav tm="13480">
                                          <p:val>
                                            <p:fltVal val="0.9146"/>
                                          </p:val>
                                        </p:tav>
                                        <p:tav tm="14610">
                                          <p:val>
                                            <p:fltVal val="0.9084"/>
                                          </p:val>
                                        </p:tav>
                                        <p:tav tm="15730">
                                          <p:val>
                                            <p:fltVal val="0.9042"/>
                                          </p:val>
                                        </p:tav>
                                        <p:tav tm="16850">
                                          <p:val>
                                            <p:fltVal val="0.9017"/>
                                          </p:val>
                                        </p:tav>
                                        <p:tav tm="17980">
                                          <p:val>
                                            <p:fltVal val="0.9005"/>
                                          </p:val>
                                        </p:tav>
                                        <p:tav tm="19100">
                                          <p:val>
                                            <p:fltVal val="0.9"/>
                                          </p:val>
                                        </p:tav>
                                        <p:tav tm="20220">
                                          <p:val>
                                            <p:fltVal val="0.8999"/>
                                          </p:val>
                                        </p:tav>
                                        <p:tav tm="21350">
                                          <p:val>
                                            <p:fltVal val="0.9006"/>
                                          </p:val>
                                        </p:tav>
                                        <p:tav tm="22470">
                                          <p:val>
                                            <p:fltVal val="0.9046"/>
                                          </p:val>
                                        </p:tav>
                                        <p:tav tm="23600">
                                          <p:val>
                                            <p:fltVal val="0.9153"/>
                                          </p:val>
                                        </p:tav>
                                        <p:tav tm="24720">
                                          <p:val>
                                            <p:fltVal val="0.9362"/>
                                          </p:val>
                                        </p:tav>
                                        <p:tav tm="25840">
                                          <p:val>
                                            <p:fltVal val="0.9659"/>
                                          </p:val>
                                        </p:tav>
                                        <p:tav tm="26970">
                                          <p:val>
                                            <p:fltVal val="0.9858"/>
                                          </p:val>
                                        </p:tav>
                                        <p:tav tm="28090">
                                          <p:val>
                                            <p:fltVal val="0.9959"/>
                                          </p:val>
                                        </p:tav>
                                        <p:tav tm="29210">
                                          <p:val>
                                            <p:fltVal val="0.9995"/>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0.9998"/>
                                          </p:val>
                                        </p:tav>
                                        <p:tav tm="68540">
                                          <p:val>
                                            <p:fltVal val="0.9987"/>
                                          </p:val>
                                        </p:tav>
                                        <p:tav tm="69660">
                                          <p:val>
                                            <p:fltVal val="0.9955"/>
                                          </p:val>
                                        </p:tav>
                                        <p:tav tm="70790">
                                          <p:val>
                                            <p:fltVal val="0.9888"/>
                                          </p:val>
                                        </p:tav>
                                        <p:tav tm="71910">
                                          <p:val>
                                            <p:fltVal val="0.9775"/>
                                          </p:val>
                                        </p:tav>
                                        <p:tav tm="73030">
                                          <p:val>
                                            <p:fltVal val="0.9605"/>
                                          </p:val>
                                        </p:tav>
                                        <p:tav tm="74160">
                                          <p:val>
                                            <p:fltVal val="0.9385"/>
                                          </p:val>
                                        </p:tav>
                                        <p:tav tm="75280">
                                          <p:val>
                                            <p:fltVal val="0.9217"/>
                                          </p:val>
                                        </p:tav>
                                        <p:tav tm="76400">
                                          <p:val>
                                            <p:fltVal val="0.9107"/>
                                          </p:val>
                                        </p:tav>
                                        <p:tav tm="77530">
                                          <p:val>
                                            <p:fltVal val="0.9042"/>
                                          </p:val>
                                        </p:tav>
                                        <p:tav tm="78650">
                                          <p:val>
                                            <p:fltVal val="0.901"/>
                                          </p:val>
                                        </p:tav>
                                        <p:tav tm="79780">
                                          <p:val>
                                            <p:fltVal val="0.9"/>
                                          </p:val>
                                        </p:tav>
                                        <p:tav tm="80900">
                                          <p:val>
                                            <p:fltVal val="0.9"/>
                                          </p:val>
                                        </p:tav>
                                        <p:tav tm="82020">
                                          <p:val>
                                            <p:fltVal val="0.901"/>
                                          </p:val>
                                        </p:tav>
                                        <p:tav tm="83150">
                                          <p:val>
                                            <p:fltVal val="0.9061"/>
                                          </p:val>
                                        </p:tav>
                                        <p:tav tm="84270">
                                          <p:val>
                                            <p:fltVal val="0.9186"/>
                                          </p:val>
                                        </p:tav>
                                        <p:tav tm="85390">
                                          <p:val>
                                            <p:fltVal val="0.942"/>
                                          </p:val>
                                        </p:tav>
                                        <p:tav tm="86520">
                                          <p:val>
                                            <p:fltVal val="0.9709"/>
                                          </p:val>
                                        </p:tav>
                                        <p:tav tm="87640">
                                          <p:val>
                                            <p:fltVal val="0.9885"/>
                                          </p:val>
                                        </p:tav>
                                        <p:tav tm="88760">
                                          <p:val>
                                            <p:fltVal val="0.997"/>
                                          </p:val>
                                        </p:tav>
                                        <p:tav tm="89890">
                                          <p:val>
                                            <p:fltVal val="0.9997"/>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anim calcmode="lin" valueType="num">
                                      <p:cBhvr additive="mult">
                                        <p:cTn id="15" dur="2000" fill="hold"/>
                                        <p:tgtEl>
                                          <p:spTgt spid="8"/>
                                        </p:tgtEl>
                                        <p:attrNameLst>
                                          <p:attrName>3d.object.scale.z</p:attrName>
                                        </p:attrNameLst>
                                      </p:cBhvr>
                                      <p:tavLst>
                                        <p:tav tm="0">
                                          <p:val>
                                            <p:fltVal val="1"/>
                                          </p:val>
                                        </p:tav>
                                        <p:tav tm="1120">
                                          <p:val>
                                            <p:fltVal val="1"/>
                                          </p:val>
                                        </p:tav>
                                        <p:tav tm="2250">
                                          <p:val>
                                            <p:fltVal val="1.0002"/>
                                          </p:val>
                                        </p:tav>
                                        <p:tav tm="3370">
                                          <p:val>
                                            <p:fltVal val="1.0009"/>
                                          </p:val>
                                        </p:tav>
                                        <p:tav tm="4490">
                                          <p:val>
                                            <p:fltVal val="1.0023"/>
                                          </p:val>
                                        </p:tav>
                                        <p:tav tm="5620">
                                          <p:val>
                                            <p:fltVal val="1.0046"/>
                                          </p:val>
                                        </p:tav>
                                        <p:tav tm="6740">
                                          <p:val>
                                            <p:fltVal val="1.008"/>
                                          </p:val>
                                        </p:tav>
                                        <p:tav tm="7870">
                                          <p:val>
                                            <p:fltVal val="1.0127"/>
                                          </p:val>
                                        </p:tav>
                                        <p:tav tm="8990">
                                          <p:val>
                                            <p:fltVal val="1.019"/>
                                          </p:val>
                                        </p:tav>
                                        <p:tav tm="10110">
                                          <p:val>
                                            <p:fltVal val="1.0271"/>
                                          </p:val>
                                        </p:tav>
                                        <p:tav tm="11240">
                                          <p:val>
                                            <p:fltVal val="1.0351"/>
                                          </p:val>
                                        </p:tav>
                                        <p:tav tm="12360">
                                          <p:val>
                                            <p:fltVal val="1.0414"/>
                                          </p:val>
                                        </p:tav>
                                        <p:tav tm="13480">
                                          <p:val>
                                            <p:fltVal val="1.046"/>
                                          </p:val>
                                        </p:tav>
                                        <p:tav tm="14610">
                                          <p:val>
                                            <p:fltVal val="1.0494"/>
                                          </p:val>
                                        </p:tav>
                                        <p:tav tm="15730">
                                          <p:val>
                                            <p:fltVal val="1.0516"/>
                                          </p:val>
                                        </p:tav>
                                        <p:tav tm="16850">
                                          <p:val>
                                            <p:fltVal val="1.053"/>
                                          </p:val>
                                        </p:tav>
                                        <p:tav tm="17980">
                                          <p:val>
                                            <p:fltVal val="1.0537"/>
                                          </p:val>
                                        </p:tav>
                                        <p:tav tm="19100">
                                          <p:val>
                                            <p:fltVal val="1.0539"/>
                                          </p:val>
                                        </p:tav>
                                        <p:tav tm="20220">
                                          <p:val>
                                            <p:fltVal val="1.054"/>
                                          </p:val>
                                        </p:tav>
                                        <p:tav tm="21350">
                                          <p:val>
                                            <p:fltVal val="1.0536"/>
                                          </p:val>
                                        </p:tav>
                                        <p:tav tm="22470">
                                          <p:val>
                                            <p:fltVal val="1.0515"/>
                                          </p:val>
                                        </p:tav>
                                        <p:tav tm="23600">
                                          <p:val>
                                            <p:fltVal val="1.0457"/>
                                          </p:val>
                                        </p:tav>
                                        <p:tav tm="24720">
                                          <p:val>
                                            <p:fltVal val="1.0344"/>
                                          </p:val>
                                        </p:tav>
                                        <p:tav tm="25840">
                                          <p:val>
                                            <p:fltVal val="1.0183"/>
                                          </p:val>
                                        </p:tav>
                                        <p:tav tm="26970">
                                          <p:val>
                                            <p:fltVal val="1.0076"/>
                                          </p:val>
                                        </p:tav>
                                        <p:tav tm="28090">
                                          <p:val>
                                            <p:fltVal val="1.0021"/>
                                          </p:val>
                                        </p:tav>
                                        <p:tav tm="29210">
                                          <p:val>
                                            <p:fltVal val="1.0002"/>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1"/>
                                          </p:val>
                                        </p:tav>
                                        <p:tav tm="68540">
                                          <p:val>
                                            <p:fltVal val="1.0006"/>
                                          </p:val>
                                        </p:tav>
                                        <p:tav tm="69660">
                                          <p:val>
                                            <p:fltVal val="1.0024"/>
                                          </p:val>
                                        </p:tav>
                                        <p:tav tm="70790">
                                          <p:val>
                                            <p:fltVal val="1.006"/>
                                          </p:val>
                                        </p:tav>
                                        <p:tav tm="71910">
                                          <p:val>
                                            <p:fltVal val="1.0121"/>
                                          </p:val>
                                        </p:tav>
                                        <p:tav tm="73030">
                                          <p:val>
                                            <p:fltVal val="1.0213"/>
                                          </p:val>
                                        </p:tav>
                                        <p:tav tm="74160">
                                          <p:val>
                                            <p:fltVal val="1.0331"/>
                                          </p:val>
                                        </p:tav>
                                        <p:tav tm="75280">
                                          <p:val>
                                            <p:fltVal val="1.0422"/>
                                          </p:val>
                                        </p:tav>
                                        <p:tav tm="76400">
                                          <p:val>
                                            <p:fltVal val="1.0482"/>
                                          </p:val>
                                        </p:tav>
                                        <p:tav tm="77530">
                                          <p:val>
                                            <p:fltVal val="1.0516"/>
                                          </p:val>
                                        </p:tav>
                                        <p:tav tm="78650">
                                          <p:val>
                                            <p:fltVal val="1.0534"/>
                                          </p:val>
                                        </p:tav>
                                        <p:tav tm="79780">
                                          <p:val>
                                            <p:fltVal val="1.0539"/>
                                          </p:val>
                                        </p:tav>
                                        <p:tav tm="80900">
                                          <p:val>
                                            <p:fltVal val="1.0539"/>
                                          </p:val>
                                        </p:tav>
                                        <p:tav tm="82020">
                                          <p:val>
                                            <p:fltVal val="1.0534"/>
                                          </p:val>
                                        </p:tav>
                                        <p:tav tm="83150">
                                          <p:val>
                                            <p:fltVal val="1.0506"/>
                                          </p:val>
                                        </p:tav>
                                        <p:tav tm="84270">
                                          <p:val>
                                            <p:fltVal val="1.0439"/>
                                          </p:val>
                                        </p:tav>
                                        <p:tav tm="85390">
                                          <p:val>
                                            <p:fltVal val="1.0312"/>
                                          </p:val>
                                        </p:tav>
                                        <p:tav tm="86520">
                                          <p:val>
                                            <p:fltVal val="1.0156"/>
                                          </p:val>
                                        </p:tav>
                                        <p:tav tm="87640">
                                          <p:val>
                                            <p:fltVal val="1.0061"/>
                                          </p:val>
                                        </p:tav>
                                        <p:tav tm="88760">
                                          <p:val>
                                            <p:fltVal val="1.0015"/>
                                          </p:val>
                                        </p:tav>
                                        <p:tav tm="89890">
                                          <p:val>
                                            <p:fltVal val="1.0001"/>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childTnLst>
                                </p:cTn>
                              </p:par>
                              <p:par>
                                <p:cTn id="16" presetID="39" presetClass="emph" presetSubtype="2" fill="hold" nodeType="withEffect">
                                  <p:stCondLst>
                                    <p:cond delay="0"/>
                                  </p:stCondLst>
                                  <p:childTnLst>
                                    <p:anim calcmode="lin" valueType="num">
                                      <p:cBhvr additive="sum">
                                        <p:cTn id="17" dur="2000" fill="hold"/>
                                        <p:tgtEl>
                                          <p:spTgt spid="7"/>
                                        </p:tgtEl>
                                        <p:attrNameLst>
                                          <p:attrName>3d.object.rotation.y</p:attrName>
                                        </p:attrNameLst>
                                      </p:cBhvr>
                                      <p:tavLst>
                                        <p:tav tm="0">
                                          <p:val>
                                            <p:fltVal val="0"/>
                                          </p:val>
                                        </p:tav>
                                        <p:tav tm="1120">
                                          <p:val>
                                            <p:fltVal val="-0.0012"/>
                                          </p:val>
                                        </p:tav>
                                        <p:tav tm="2250">
                                          <p:val>
                                            <p:fltVal val="-0.0098"/>
                                          </p:val>
                                        </p:tav>
                                        <p:tav tm="3370">
                                          <p:val>
                                            <p:fltVal val="-0.033"/>
                                          </p:val>
                                        </p:tav>
                                        <p:tav tm="4490">
                                          <p:val>
                                            <p:fltVal val="-0.0789"/>
                                          </p:val>
                                        </p:tav>
                                        <p:tav tm="5620">
                                          <p:val>
                                            <p:fltVal val="-0.1548"/>
                                          </p:val>
                                        </p:tav>
                                        <p:tav tm="6740">
                                          <p:val>
                                            <p:fltVal val="-0.267"/>
                                          </p:val>
                                        </p:tav>
                                        <p:tav tm="7870">
                                          <p:val>
                                            <p:fltVal val="-0.4235"/>
                                          </p:val>
                                        </p:tav>
                                        <p:tav tm="8990">
                                          <p:val>
                                            <p:fltVal val="-0.6337"/>
                                          </p:val>
                                        </p:tav>
                                        <p:tav tm="10110">
                                          <p:val>
                                            <p:fltVal val="-0.9013"/>
                                          </p:val>
                                        </p:tav>
                                        <p:tav tm="11240">
                                          <p:val>
                                            <p:fltVal val="-1.2353"/>
                                          </p:val>
                                        </p:tav>
                                        <p:tav tm="12360">
                                          <p:val>
                                            <p:fltVal val="-1.647"/>
                                          </p:val>
                                        </p:tav>
                                        <p:tav tm="13480">
                                          <p:val>
                                            <p:fltVal val="-2.0869"/>
                                          </p:val>
                                        </p:tav>
                                        <p:tav tm="14610">
                                          <p:val>
                                            <p:fltVal val="-2.4538"/>
                                          </p:val>
                                        </p:tav>
                                        <p:tav tm="15730">
                                          <p:val>
                                            <p:fltVal val="-2.7534"/>
                                          </p:val>
                                        </p:tav>
                                        <p:tav tm="16850">
                                          <p:val>
                                            <p:fltVal val="-2.9876"/>
                                          </p:val>
                                        </p:tav>
                                        <p:tav tm="17980">
                                          <p:val>
                                            <p:fltVal val="-3.1669"/>
                                          </p:val>
                                        </p:tav>
                                        <p:tav tm="19100">
                                          <p:val>
                                            <p:fltVal val="-3.2996"/>
                                          </p:val>
                                        </p:tav>
                                        <p:tav tm="20220">
                                          <p:val>
                                            <p:fltVal val="-3.3906"/>
                                          </p:val>
                                        </p:tav>
                                        <p:tav tm="21350">
                                          <p:val>
                                            <p:fltVal val="-3.4488"/>
                                          </p:val>
                                        </p:tav>
                                        <p:tav tm="22470">
                                          <p:val>
                                            <p:fltVal val="-3.4815"/>
                                          </p:val>
                                        </p:tav>
                                        <p:tav tm="23600">
                                          <p:val>
                                            <p:fltVal val="-3.4961"/>
                                          </p:val>
                                        </p:tav>
                                        <p:tav tm="24720">
                                          <p:val>
                                            <p:fltVal val="-3.4998"/>
                                          </p:val>
                                        </p:tav>
                                        <p:tav tm="25840">
                                          <p:val>
                                            <p:fltVal val="-3.0301"/>
                                          </p:val>
                                        </p:tav>
                                        <p:tav tm="26970">
                                          <p:val>
                                            <p:fltVal val="-0.9661"/>
                                          </p:val>
                                        </p:tav>
                                        <p:tav tm="28090">
                                          <p:val>
                                            <p:fltVal val="2.1525"/>
                                          </p:val>
                                        </p:tav>
                                        <p:tav tm="29210">
                                          <p:val>
                                            <p:fltVal val="6.1215"/>
                                          </p:val>
                                        </p:tav>
                                        <p:tav tm="30340">
                                          <p:val>
                                            <p:fltVal val="10.8322"/>
                                          </p:val>
                                        </p:tav>
                                        <p:tav tm="31460">
                                          <p:val>
                                            <p:fltVal val="16.2132"/>
                                          </p:val>
                                        </p:tav>
                                        <p:tav tm="32580">
                                          <p:val>
                                            <p:fltVal val="22.2128"/>
                                          </p:val>
                                        </p:tav>
                                        <p:tav tm="33710">
                                          <p:val>
                                            <p:fltVal val="28.7297"/>
                                          </p:val>
                                        </p:tav>
                                        <p:tav tm="34830">
                                          <p:val>
                                            <p:fltVal val="35.8493"/>
                                          </p:val>
                                        </p:tav>
                                        <p:tav tm="35960">
                                          <p:val>
                                            <p:fltVal val="43.4888"/>
                                          </p:val>
                                        </p:tav>
                                        <p:tav tm="37080">
                                          <p:val>
                                            <p:fltVal val="51.6257"/>
                                          </p:val>
                                        </p:tav>
                                        <p:tav tm="38200">
                                          <p:val>
                                            <p:fltVal val="60.2402"/>
                                          </p:val>
                                        </p:tav>
                                        <p:tav tm="39330">
                                          <p:val>
                                            <p:fltVal val="69.3155"/>
                                          </p:val>
                                        </p:tav>
                                        <p:tav tm="40450">
                                          <p:val>
                                            <p:fltVal val="78.8364"/>
                                          </p:val>
                                        </p:tav>
                                        <p:tav tm="41570">
                                          <p:val>
                                            <p:fltVal val="88.6987"/>
                                          </p:val>
                                        </p:tav>
                                        <p:tav tm="42700">
                                          <p:val>
                                            <p:fltVal val="99.0679"/>
                                          </p:val>
                                        </p:tav>
                                        <p:tav tm="43820">
                                          <p:val>
                                            <p:fltVal val="109.8461"/>
                                          </p:val>
                                        </p:tav>
                                        <p:tav tm="44940">
                                          <p:val>
                                            <p:fltVal val="121.0232"/>
                                          </p:val>
                                        </p:tav>
                                        <p:tav tm="46070">
                                          <p:val>
                                            <p:fltVal val="132.5899"/>
                                          </p:val>
                                        </p:tav>
                                        <p:tav tm="47190">
                                          <p:val>
                                            <p:fltVal val="144.5376"/>
                                          </p:val>
                                        </p:tav>
                                        <p:tav tm="48310">
                                          <p:val>
                                            <p:fltVal val="156.85851"/>
                                          </p:val>
                                        </p:tav>
                                        <p:tav tm="49440">
                                          <p:val>
                                            <p:fltVal val="169.43021"/>
                                          </p:val>
                                        </p:tav>
                                        <p:tav tm="50560">
                                          <p:val>
                                            <p:fltVal val="182.34309"/>
                                          </p:val>
                                        </p:tav>
                                        <p:tav tm="51690">
                                          <p:val>
                                            <p:fltVal val="195.1411"/>
                                          </p:val>
                                        </p:tav>
                                        <p:tav tm="52810">
                                          <p:val>
                                            <p:fltVal val="207.6945"/>
                                          </p:val>
                                        </p:tav>
                                        <p:tav tm="53930">
                                          <p:val>
                                            <p:fltVal val="219.77251"/>
                                          </p:val>
                                        </p:tav>
                                        <p:tav tm="55060">
                                          <p:val>
                                            <p:fltVal val="231.4814"/>
                                          </p:val>
                                        </p:tav>
                                        <p:tav tm="56180">
                                          <p:val>
                                            <p:fltVal val="242.91341"/>
                                          </p:val>
                                        </p:tav>
                                        <p:tav tm="57300">
                                          <p:val>
                                            <p:fltVal val="253.8558"/>
                                          </p:val>
                                        </p:tav>
                                        <p:tav tm="58430">
                                          <p:val>
                                            <p:fltVal val="264.40329"/>
                                          </p:val>
                                        </p:tav>
                                        <p:tav tm="59550">
                                          <p:val>
                                            <p:fltVal val="274.63501"/>
                                          </p:val>
                                        </p:tav>
                                        <p:tav tm="60670">
                                          <p:val>
                                            <p:fltVal val="284.35721"/>
                                          </p:val>
                                        </p:tav>
                                        <p:tav tm="61800">
                                          <p:val>
                                            <p:fltVal val="293.6507"/>
                                          </p:val>
                                        </p:tav>
                                        <p:tav tm="62920">
                                          <p:val>
                                            <p:fltVal val="302.57959"/>
                                          </p:val>
                                        </p:tav>
                                        <p:tav tm="64040">
                                          <p:val>
                                            <p:fltVal val="310.96921"/>
                                          </p:val>
                                        </p:tav>
                                        <p:tav tm="65170">
                                          <p:val>
                                            <p:fltVal val="318.88379"/>
                                          </p:val>
                                        </p:tav>
                                        <p:tav tm="66290">
                                          <p:val>
                                            <p:fltVal val="326.36801"/>
                                          </p:val>
                                        </p:tav>
                                        <p:tav tm="67420">
                                          <p:val>
                                            <p:fltVal val="333.26511"/>
                                          </p:val>
                                        </p:tav>
                                        <p:tav tm="68540">
                                          <p:val>
                                            <p:fltVal val="339.6712"/>
                                          </p:val>
                                        </p:tav>
                                        <p:tav tm="69660">
                                          <p:val>
                                            <p:fltVal val="345.43851"/>
                                          </p:val>
                                        </p:tav>
                                        <p:tav tm="70790">
                                          <p:val>
                                            <p:fltVal val="350.58469"/>
                                          </p:val>
                                        </p:tav>
                                        <p:tav tm="71910">
                                          <p:val>
                                            <p:fltVal val="355.09189"/>
                                          </p:val>
                                        </p:tav>
                                        <p:tav tm="73030">
                                          <p:val>
                                            <p:fltVal val="358.80179"/>
                                          </p:val>
                                        </p:tav>
                                        <p:tav tm="74160">
                                          <p:val>
                                            <p:fltVal val="361.63531"/>
                                          </p:val>
                                        </p:tav>
                                        <p:tav tm="75280">
                                          <p:val>
                                            <p:fltVal val="363.345"/>
                                          </p:val>
                                        </p:tav>
                                        <p:tav tm="76400">
                                          <p:val>
                                            <p:fltVal val="363.4978"/>
                                          </p:val>
                                        </p:tav>
                                        <p:tav tm="77530">
                                          <p:val>
                                            <p:fltVal val="363.47061"/>
                                          </p:val>
                                        </p:tav>
                                        <p:tav tm="78650">
                                          <p:val>
                                            <p:fltVal val="363.38339"/>
                                          </p:val>
                                        </p:tav>
                                        <p:tav tm="79780">
                                          <p:val>
                                            <p:fltVal val="363.20349"/>
                                          </p:val>
                                        </p:tav>
                                        <p:tav tm="80900">
                                          <p:val>
                                            <p:fltVal val="362.8963"/>
                                          </p:val>
                                        </p:tav>
                                        <p:tav tm="82020">
                                          <p:val>
                                            <p:fltVal val="362.4227"/>
                                          </p:val>
                                        </p:tav>
                                        <p:tav tm="83150">
                                          <p:val>
                                            <p:fltVal val="361.7569"/>
                                          </p:val>
                                        </p:tav>
                                        <p:tav tm="84270">
                                          <p:val>
                                            <p:fltVal val="361.0874"/>
                                          </p:val>
                                        </p:tav>
                                        <p:tav tm="85390">
                                          <p:val>
                                            <p:fltVal val="360.6105"/>
                                          </p:val>
                                        </p:tav>
                                        <p:tav tm="86520">
                                          <p:val>
                                            <p:fltVal val="360.30069"/>
                                          </p:val>
                                        </p:tav>
                                        <p:tav tm="87640">
                                          <p:val>
                                            <p:fltVal val="360.1188"/>
                                          </p:val>
                                        </p:tav>
                                        <p:tav tm="88760">
                                          <p:val>
                                            <p:fltVal val="360.03021"/>
                                          </p:val>
                                        </p:tav>
                                        <p:tav tm="89890">
                                          <p:val>
                                            <p:fltVal val="360.00229"/>
                                          </p:val>
                                        </p:tav>
                                        <p:tav tm="91010">
                                          <p:val>
                                            <p:fltVal val="360"/>
                                          </p:val>
                                        </p:tav>
                                        <p:tav tm="92130">
                                          <p:val>
                                            <p:fltVal val="360"/>
                                          </p:val>
                                        </p:tav>
                                        <p:tav tm="93260">
                                          <p:val>
                                            <p:fltVal val="360"/>
                                          </p:val>
                                        </p:tav>
                                        <p:tav tm="94380">
                                          <p:val>
                                            <p:fltVal val="360"/>
                                          </p:val>
                                        </p:tav>
                                        <p:tav tm="95510">
                                          <p:val>
                                            <p:fltVal val="360"/>
                                          </p:val>
                                        </p:tav>
                                        <p:tav tm="96630">
                                          <p:val>
                                            <p:fltVal val="360"/>
                                          </p:val>
                                        </p:tav>
                                        <p:tav tm="97750">
                                          <p:val>
                                            <p:fltVal val="360"/>
                                          </p:val>
                                        </p:tav>
                                        <p:tav tm="98880">
                                          <p:val>
                                            <p:fltVal val="360"/>
                                          </p:val>
                                        </p:tav>
                                        <p:tav tm="100000">
                                          <p:val>
                                            <p:fltVal val="360"/>
                                          </p:val>
                                        </p:tav>
                                      </p:tavLst>
                                    </p:anim>
                                    <p:anim calcmode="lin" valueType="num">
                                      <p:cBhvr additive="sum">
                                        <p:cTn id="18" dur="2000" fill="hold"/>
                                        <p:tgtEl>
                                          <p:spTgt spid="7"/>
                                        </p:tgtEl>
                                        <p:attrNameLst>
                                          <p:attrName>3d.object.translation.y</p:attrName>
                                        </p:attrNameLst>
                                      </p:cBhvr>
                                      <p:tavLst>
                                        <p:tav tm="0">
                                          <p:val>
                                            <p:fltVal val="0"/>
                                          </p:val>
                                        </p:tav>
                                        <p:tav tm="1120">
                                          <p:val>
                                            <p:fltVal val="0"/>
                                          </p:val>
                                        </p:tav>
                                        <p:tav tm="2250">
                                          <p:val>
                                            <p:fltVal val="-10E-5"/>
                                          </p:val>
                                        </p:tav>
                                        <p:tav tm="3370">
                                          <p:val>
                                            <p:fltVal val="-0.0004"/>
                                          </p:val>
                                        </p:tav>
                                        <p:tav tm="4490">
                                          <p:val>
                                            <p:fltVal val="-0.0011"/>
                                          </p:val>
                                        </p:tav>
                                        <p:tav tm="5620">
                                          <p:val>
                                            <p:fltVal val="-0.0021"/>
                                          </p:val>
                                        </p:tav>
                                        <p:tav tm="6740">
                                          <p:val>
                                            <p:fltVal val="-0.0037"/>
                                          </p:val>
                                        </p:tav>
                                        <p:tav tm="7870">
                                          <p:val>
                                            <p:fltVal val="-0.0059"/>
                                          </p:val>
                                        </p:tav>
                                        <p:tav tm="8990">
                                          <p:val>
                                            <p:fltVal val="-0.0088"/>
                                          </p:val>
                                        </p:tav>
                                        <p:tav tm="10110">
                                          <p:val>
                                            <p:fltVal val="-0.0125"/>
                                          </p:val>
                                        </p:tav>
                                        <p:tav tm="11240">
                                          <p:val>
                                            <p:fltVal val="-0.0162"/>
                                          </p:val>
                                        </p:tav>
                                        <p:tav tm="12360">
                                          <p:val>
                                            <p:fltVal val="-0.0191"/>
                                          </p:val>
                                        </p:tav>
                                        <p:tav tm="13480">
                                          <p:val>
                                            <p:fltVal val="-0.0213"/>
                                          </p:val>
                                        </p:tav>
                                        <p:tav tm="14610">
                                          <p:val>
                                            <p:fltVal val="-0.0228"/>
                                          </p:val>
                                        </p:tav>
                                        <p:tav tm="15730">
                                          <p:val>
                                            <p:fltVal val="-0.0239"/>
                                          </p:val>
                                        </p:tav>
                                        <p:tav tm="16850">
                                          <p:val>
                                            <p:fltVal val="-0.0245"/>
                                          </p:val>
                                        </p:tav>
                                        <p:tav tm="17980">
                                          <p:val>
                                            <p:fltVal val="-0.0248"/>
                                          </p:val>
                                        </p:tav>
                                        <p:tav tm="19100">
                                          <p:val>
                                            <p:fltVal val="-0.0249"/>
                                          </p:val>
                                        </p:tav>
                                        <p:tav tm="20220">
                                          <p:val>
                                            <p:fltVal val="-0.0249"/>
                                          </p:val>
                                        </p:tav>
                                        <p:tav tm="21350">
                                          <p:val>
                                            <p:fltVal val="-0.0248"/>
                                          </p:val>
                                        </p:tav>
                                        <p:tav tm="22470">
                                          <p:val>
                                            <p:fltVal val="-0.0241"/>
                                          </p:val>
                                        </p:tav>
                                        <p:tav tm="23600">
                                          <p:val>
                                            <p:fltVal val="-0.022"/>
                                          </p:val>
                                        </p:tav>
                                        <p:tav tm="24720">
                                          <p:val>
                                            <p:fltVal val="-0.0179"/>
                                          </p:val>
                                        </p:tav>
                                        <p:tav tm="25840">
                                          <p:val>
                                            <p:fltVal val="-0.0113"/>
                                          </p:val>
                                        </p:tav>
                                        <p:tav tm="26970">
                                          <p:val>
                                            <p:fltVal val="-0.0013"/>
                                          </p:val>
                                        </p:tav>
                                        <p:tav tm="28090">
                                          <p:val>
                                            <p:fltVal val="0.0124"/>
                                          </p:val>
                                        </p:tav>
                                        <p:tav tm="29210">
                                          <p:val>
                                            <p:fltVal val="0.0309"/>
                                          </p:val>
                                        </p:tav>
                                        <p:tav tm="30340">
                                          <p:val>
                                            <p:fltVal val="0.0546"/>
                                          </p:val>
                                        </p:tav>
                                        <p:tav tm="31460">
                                          <p:val>
                                            <p:fltVal val="0.0842"/>
                                          </p:val>
                                        </p:tav>
                                        <p:tav tm="32580">
                                          <p:val>
                                            <p:fltVal val="0.1204"/>
                                          </p:val>
                                        </p:tav>
                                        <p:tav tm="33710">
                                          <p:val>
                                            <p:fltVal val="0.1634"/>
                                          </p:val>
                                        </p:tav>
                                        <p:tav tm="34830">
                                          <p:val>
                                            <p:fltVal val="0.2145"/>
                                          </p:val>
                                        </p:tav>
                                        <p:tav tm="35960">
                                          <p:val>
                                            <p:fltVal val="0.2711"/>
                                          </p:val>
                                        </p:tav>
                                        <p:tav tm="37080">
                                          <p:val>
                                            <p:fltVal val="0.3207"/>
                                          </p:val>
                                        </p:tav>
                                        <p:tav tm="38200">
                                          <p:val>
                                            <p:fltVal val="0.3625"/>
                                          </p:val>
                                        </p:tav>
                                        <p:tav tm="39330">
                                          <p:val>
                                            <p:fltVal val="0.3973"/>
                                          </p:val>
                                        </p:tav>
                                        <p:tav tm="40450">
                                          <p:val>
                                            <p:fltVal val="0.4256"/>
                                          </p:val>
                                        </p:tav>
                                        <p:tav tm="41570">
                                          <p:val>
                                            <p:fltVal val="0.448"/>
                                          </p:val>
                                        </p:tav>
                                        <p:tav tm="42700">
                                          <p:val>
                                            <p:fltVal val="0.4655"/>
                                          </p:val>
                                        </p:tav>
                                        <p:tav tm="43820">
                                          <p:val>
                                            <p:fltVal val="0.4786"/>
                                          </p:val>
                                        </p:tav>
                                        <p:tav tm="44940">
                                          <p:val>
                                            <p:fltVal val="0.4878"/>
                                          </p:val>
                                        </p:tav>
                                        <p:tav tm="46070">
                                          <p:val>
                                            <p:fltVal val="0.4939"/>
                                          </p:val>
                                        </p:tav>
                                        <p:tav tm="47190">
                                          <p:val>
                                            <p:fltVal val="0.4975"/>
                                          </p:val>
                                        </p:tav>
                                        <p:tav tm="48310">
                                          <p:val>
                                            <p:fltVal val="0.4993"/>
                                          </p:val>
                                        </p:tav>
                                        <p:tav tm="49440">
                                          <p:val>
                                            <p:fltVal val="0.4999"/>
                                          </p:val>
                                        </p:tav>
                                        <p:tav tm="50560">
                                          <p:val>
                                            <p:fltVal val="0.4999"/>
                                          </p:val>
                                        </p:tav>
                                        <p:tav tm="51690">
                                          <p:val>
                                            <p:fltVal val="0.4998"/>
                                          </p:val>
                                        </p:tav>
                                        <p:tav tm="52810">
                                          <p:val>
                                            <p:fltVal val="0.4988"/>
                                          </p:val>
                                        </p:tav>
                                        <p:tav tm="53930">
                                          <p:val>
                                            <p:fltVal val="0.4965"/>
                                          </p:val>
                                        </p:tav>
                                        <p:tav tm="55060">
                                          <p:val>
                                            <p:fltVal val="0.4921"/>
                                          </p:val>
                                        </p:tav>
                                        <p:tav tm="56180">
                                          <p:val>
                                            <p:fltVal val="0.485"/>
                                          </p:val>
                                        </p:tav>
                                        <p:tav tm="57300">
                                          <p:val>
                                            <p:fltVal val="0.4746"/>
                                          </p:val>
                                        </p:tav>
                                        <p:tav tm="58430">
                                          <p:val>
                                            <p:fltVal val="0.4603"/>
                                          </p:val>
                                        </p:tav>
                                        <p:tav tm="59550">
                                          <p:val>
                                            <p:fltVal val="0.4411"/>
                                          </p:val>
                                        </p:tav>
                                        <p:tav tm="60670">
                                          <p:val>
                                            <p:fltVal val="0.4169"/>
                                          </p:val>
                                        </p:tav>
                                        <p:tav tm="61800">
                                          <p:val>
                                            <p:fltVal val="0.3868"/>
                                          </p:val>
                                        </p:tav>
                                        <p:tav tm="62920">
                                          <p:val>
                                            <p:fltVal val="0.3499"/>
                                          </p:val>
                                        </p:tav>
                                        <p:tav tm="64040">
                                          <p:val>
                                            <p:fltVal val="0.306"/>
                                          </p:val>
                                        </p:tav>
                                        <p:tav tm="65170">
                                          <p:val>
                                            <p:fltVal val="0.2544"/>
                                          </p:val>
                                        </p:tav>
                                        <p:tav tm="66290">
                                          <p:val>
                                            <p:fltVal val="0.1981"/>
                                          </p:val>
                                        </p:tav>
                                        <p:tav tm="67420">
                                          <p:val>
                                            <p:fltVal val="0.1498"/>
                                          </p:val>
                                        </p:tav>
                                        <p:tav tm="68540">
                                          <p:val>
                                            <p:fltVal val="0.1087"/>
                                          </p:val>
                                        </p:tav>
                                        <p:tav tm="69660">
                                          <p:val>
                                            <p:fltVal val="0.0748"/>
                                          </p:val>
                                        </p:tav>
                                        <p:tav tm="70790">
                                          <p:val>
                                            <p:fltVal val="0.0473"/>
                                          </p:val>
                                        </p:tav>
                                        <p:tav tm="71910">
                                          <p:val>
                                            <p:fltVal val="0.0251"/>
                                          </p:val>
                                        </p:tav>
                                        <p:tav tm="73030">
                                          <p:val>
                                            <p:fltVal val="0.0082"/>
                                          </p:val>
                                        </p:tav>
                                        <p:tav tm="74160">
                                          <p:val>
                                            <p:fltVal val="-0.0044"/>
                                          </p:val>
                                        </p:tav>
                                        <p:tav tm="75280">
                                          <p:val>
                                            <p:fltVal val="-0.0134"/>
                                          </p:val>
                                        </p:tav>
                                        <p:tav tm="76400">
                                          <p:val>
                                            <p:fltVal val="-0.0192"/>
                                          </p:val>
                                        </p:tav>
                                        <p:tav tm="77530">
                                          <p:val>
                                            <p:fltVal val="-0.0227"/>
                                          </p:val>
                                        </p:tav>
                                        <p:tav tm="78650">
                                          <p:val>
                                            <p:fltVal val="-0.0244"/>
                                          </p:val>
                                        </p:tav>
                                        <p:tav tm="79780">
                                          <p:val>
                                            <p:fltVal val="-0.0249"/>
                                          </p:val>
                                        </p:tav>
                                        <p:tav tm="80900">
                                          <p:val>
                                            <p:fltVal val="-0.0249"/>
                                          </p:val>
                                        </p:tav>
                                        <p:tav tm="82020">
                                          <p:val>
                                            <p:fltVal val="-0.0244"/>
                                          </p:val>
                                        </p:tav>
                                        <p:tav tm="83150">
                                          <p:val>
                                            <p:fltVal val="-0.0219"/>
                                          </p:val>
                                        </p:tav>
                                        <p:tav tm="84270">
                                          <p:val>
                                            <p:fltVal val="-0.0156"/>
                                          </p:val>
                                        </p:tav>
                                        <p:tav tm="85390">
                                          <p:val>
                                            <p:fltVal val="-0.0039"/>
                                          </p:val>
                                        </p:tav>
                                        <p:tav tm="86520">
                                          <p:val>
                                            <p:fltVal val="0.0104"/>
                                          </p:val>
                                        </p:tav>
                                        <p:tav tm="87640">
                                          <p:val>
                                            <p:fltVal val="0.0192"/>
                                          </p:val>
                                        </p:tav>
                                        <p:tav tm="88760">
                                          <p:val>
                                            <p:fltVal val="0.0235"/>
                                          </p:val>
                                        </p:tav>
                                        <p:tav tm="89890">
                                          <p:val>
                                            <p:fltVal val="0.0248"/>
                                          </p:val>
                                        </p:tav>
                                        <p:tav tm="91010">
                                          <p:val>
                                            <p:fltVal val="0.0249"/>
                                          </p:val>
                                        </p:tav>
                                        <p:tav tm="92130">
                                          <p:val>
                                            <p:fltVal val="0.0247"/>
                                          </p:val>
                                        </p:tav>
                                        <p:tav tm="93260">
                                          <p:val>
                                            <p:fltVal val="0.0234"/>
                                          </p:val>
                                        </p:tav>
                                        <p:tav tm="94380">
                                          <p:val>
                                            <p:fltVal val="0.0202"/>
                                          </p:val>
                                        </p:tav>
                                        <p:tav tm="95510">
                                          <p:val>
                                            <p:fltVal val="0.0143"/>
                                          </p:val>
                                        </p:tav>
                                        <p:tav tm="96630">
                                          <p:val>
                                            <p:fltVal val="0.0071"/>
                                          </p:val>
                                        </p:tav>
                                        <p:tav tm="97750">
                                          <p:val>
                                            <p:fltVal val="0.0027"/>
                                          </p:val>
                                        </p:tav>
                                        <p:tav tm="98880">
                                          <p:val>
                                            <p:fltVal val="0.0007"/>
                                          </p:val>
                                        </p:tav>
                                        <p:tav tm="100000">
                                          <p:val>
                                            <p:fltVal val="0"/>
                                          </p:val>
                                        </p:tav>
                                      </p:tavLst>
                                    </p:anim>
                                    <p:anim calcmode="lin" valueType="num">
                                      <p:cBhvr additive="mult">
                                        <p:cTn id="19" dur="2000" fill="hold"/>
                                        <p:tgtEl>
                                          <p:spTgt spid="7"/>
                                        </p:tgtEl>
                                        <p:attrNameLst>
                                          <p:attrName>3d.object.scale.x</p:attrName>
                                        </p:attrNameLst>
                                      </p:cBhvr>
                                      <p:tavLst>
                                        <p:tav tm="0">
                                          <p:val>
                                            <p:fltVal val="1"/>
                                          </p:val>
                                        </p:tav>
                                        <p:tav tm="1120">
                                          <p:val>
                                            <p:fltVal val="1"/>
                                          </p:val>
                                        </p:tav>
                                        <p:tav tm="2250">
                                          <p:val>
                                            <p:fltVal val="1.0002"/>
                                          </p:val>
                                        </p:tav>
                                        <p:tav tm="3370">
                                          <p:val>
                                            <p:fltVal val="1.0009"/>
                                          </p:val>
                                        </p:tav>
                                        <p:tav tm="4490">
                                          <p:val>
                                            <p:fltVal val="1.0023"/>
                                          </p:val>
                                        </p:tav>
                                        <p:tav tm="5620">
                                          <p:val>
                                            <p:fltVal val="1.0046"/>
                                          </p:val>
                                        </p:tav>
                                        <p:tav tm="6740">
                                          <p:val>
                                            <p:fltVal val="1.008"/>
                                          </p:val>
                                        </p:tav>
                                        <p:tav tm="7870">
                                          <p:val>
                                            <p:fltVal val="1.0127"/>
                                          </p:val>
                                        </p:tav>
                                        <p:tav tm="8990">
                                          <p:val>
                                            <p:fltVal val="1.019"/>
                                          </p:val>
                                        </p:tav>
                                        <p:tav tm="10110">
                                          <p:val>
                                            <p:fltVal val="1.0271"/>
                                          </p:val>
                                        </p:tav>
                                        <p:tav tm="11240">
                                          <p:val>
                                            <p:fltVal val="1.0351"/>
                                          </p:val>
                                        </p:tav>
                                        <p:tav tm="12360">
                                          <p:val>
                                            <p:fltVal val="1.0414"/>
                                          </p:val>
                                        </p:tav>
                                        <p:tav tm="13480">
                                          <p:val>
                                            <p:fltVal val="1.046"/>
                                          </p:val>
                                        </p:tav>
                                        <p:tav tm="14610">
                                          <p:val>
                                            <p:fltVal val="1.0494"/>
                                          </p:val>
                                        </p:tav>
                                        <p:tav tm="15730">
                                          <p:val>
                                            <p:fltVal val="1.0516"/>
                                          </p:val>
                                        </p:tav>
                                        <p:tav tm="16850">
                                          <p:val>
                                            <p:fltVal val="1.053"/>
                                          </p:val>
                                        </p:tav>
                                        <p:tav tm="17980">
                                          <p:val>
                                            <p:fltVal val="1.0537"/>
                                          </p:val>
                                        </p:tav>
                                        <p:tav tm="19100">
                                          <p:val>
                                            <p:fltVal val="1.0539"/>
                                          </p:val>
                                        </p:tav>
                                        <p:tav tm="20220">
                                          <p:val>
                                            <p:fltVal val="1.054"/>
                                          </p:val>
                                        </p:tav>
                                        <p:tav tm="21350">
                                          <p:val>
                                            <p:fltVal val="1.0536"/>
                                          </p:val>
                                        </p:tav>
                                        <p:tav tm="22470">
                                          <p:val>
                                            <p:fltVal val="1.0515"/>
                                          </p:val>
                                        </p:tav>
                                        <p:tav tm="23600">
                                          <p:val>
                                            <p:fltVal val="1.0457"/>
                                          </p:val>
                                        </p:tav>
                                        <p:tav tm="24720">
                                          <p:val>
                                            <p:fltVal val="1.0344"/>
                                          </p:val>
                                        </p:tav>
                                        <p:tav tm="25840">
                                          <p:val>
                                            <p:fltVal val="1.0183"/>
                                          </p:val>
                                        </p:tav>
                                        <p:tav tm="26970">
                                          <p:val>
                                            <p:fltVal val="1.0076"/>
                                          </p:val>
                                        </p:tav>
                                        <p:tav tm="28090">
                                          <p:val>
                                            <p:fltVal val="1.0021"/>
                                          </p:val>
                                        </p:tav>
                                        <p:tav tm="29210">
                                          <p:val>
                                            <p:fltVal val="1.0002"/>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1"/>
                                          </p:val>
                                        </p:tav>
                                        <p:tav tm="68540">
                                          <p:val>
                                            <p:fltVal val="1.0006"/>
                                          </p:val>
                                        </p:tav>
                                        <p:tav tm="69660">
                                          <p:val>
                                            <p:fltVal val="1.0024"/>
                                          </p:val>
                                        </p:tav>
                                        <p:tav tm="70790">
                                          <p:val>
                                            <p:fltVal val="1.006"/>
                                          </p:val>
                                        </p:tav>
                                        <p:tav tm="71910">
                                          <p:val>
                                            <p:fltVal val="1.0121"/>
                                          </p:val>
                                        </p:tav>
                                        <p:tav tm="73030">
                                          <p:val>
                                            <p:fltVal val="1.0213"/>
                                          </p:val>
                                        </p:tav>
                                        <p:tav tm="74160">
                                          <p:val>
                                            <p:fltVal val="1.0331"/>
                                          </p:val>
                                        </p:tav>
                                        <p:tav tm="75280">
                                          <p:val>
                                            <p:fltVal val="1.0422"/>
                                          </p:val>
                                        </p:tav>
                                        <p:tav tm="76400">
                                          <p:val>
                                            <p:fltVal val="1.0482"/>
                                          </p:val>
                                        </p:tav>
                                        <p:tav tm="77530">
                                          <p:val>
                                            <p:fltVal val="1.0516"/>
                                          </p:val>
                                        </p:tav>
                                        <p:tav tm="78650">
                                          <p:val>
                                            <p:fltVal val="1.0534"/>
                                          </p:val>
                                        </p:tav>
                                        <p:tav tm="79780">
                                          <p:val>
                                            <p:fltVal val="1.0539"/>
                                          </p:val>
                                        </p:tav>
                                        <p:tav tm="80900">
                                          <p:val>
                                            <p:fltVal val="1.0539"/>
                                          </p:val>
                                        </p:tav>
                                        <p:tav tm="82020">
                                          <p:val>
                                            <p:fltVal val="1.0534"/>
                                          </p:val>
                                        </p:tav>
                                        <p:tav tm="83150">
                                          <p:val>
                                            <p:fltVal val="1.0506"/>
                                          </p:val>
                                        </p:tav>
                                        <p:tav tm="84270">
                                          <p:val>
                                            <p:fltVal val="1.0439"/>
                                          </p:val>
                                        </p:tav>
                                        <p:tav tm="85390">
                                          <p:val>
                                            <p:fltVal val="1.0312"/>
                                          </p:val>
                                        </p:tav>
                                        <p:tav tm="86520">
                                          <p:val>
                                            <p:fltVal val="1.0156"/>
                                          </p:val>
                                        </p:tav>
                                        <p:tav tm="87640">
                                          <p:val>
                                            <p:fltVal val="1.0061"/>
                                          </p:val>
                                        </p:tav>
                                        <p:tav tm="88760">
                                          <p:val>
                                            <p:fltVal val="1.0015"/>
                                          </p:val>
                                        </p:tav>
                                        <p:tav tm="89890">
                                          <p:val>
                                            <p:fltVal val="1.0001"/>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anim calcmode="lin" valueType="num">
                                      <p:cBhvr additive="mult">
                                        <p:cTn id="20" dur="2000" fill="hold"/>
                                        <p:tgtEl>
                                          <p:spTgt spid="7"/>
                                        </p:tgtEl>
                                        <p:attrNameLst>
                                          <p:attrName>3d.object.scale.y</p:attrName>
                                        </p:attrNameLst>
                                      </p:cBhvr>
                                      <p:tavLst>
                                        <p:tav tm="0">
                                          <p:val>
                                            <p:fltVal val="1"/>
                                          </p:val>
                                        </p:tav>
                                        <p:tav tm="1120">
                                          <p:val>
                                            <p:fltVal val="0.9999"/>
                                          </p:val>
                                        </p:tav>
                                        <p:tav tm="2250">
                                          <p:val>
                                            <p:fltVal val="0.9994"/>
                                          </p:val>
                                        </p:tav>
                                        <p:tav tm="3370">
                                          <p:val>
                                            <p:fltVal val="0.9981"/>
                                          </p:val>
                                        </p:tav>
                                        <p:tav tm="4490">
                                          <p:val>
                                            <p:fltVal val="0.9955"/>
                                          </p:val>
                                        </p:tav>
                                        <p:tav tm="5620">
                                          <p:val>
                                            <p:fltVal val="0.9913"/>
                                          </p:val>
                                        </p:tav>
                                        <p:tav tm="6740">
                                          <p:val>
                                            <p:fltVal val="0.985"/>
                                          </p:val>
                                        </p:tav>
                                        <p:tav tm="7870">
                                          <p:val>
                                            <p:fltVal val="0.9763"/>
                                          </p:val>
                                        </p:tav>
                                        <p:tav tm="8990">
                                          <p:val>
                                            <p:fltVal val="0.9646"/>
                                          </p:val>
                                        </p:tav>
                                        <p:tav tm="10110">
                                          <p:val>
                                            <p:fltVal val="0.9497"/>
                                          </p:val>
                                        </p:tav>
                                        <p:tav tm="11240">
                                          <p:val>
                                            <p:fltVal val="0.9348"/>
                                          </p:val>
                                        </p:tav>
                                        <p:tav tm="12360">
                                          <p:val>
                                            <p:fltVal val="0.9232"/>
                                          </p:val>
                                        </p:tav>
                                        <p:tav tm="13480">
                                          <p:val>
                                            <p:fltVal val="0.9146"/>
                                          </p:val>
                                        </p:tav>
                                        <p:tav tm="14610">
                                          <p:val>
                                            <p:fltVal val="0.9084"/>
                                          </p:val>
                                        </p:tav>
                                        <p:tav tm="15730">
                                          <p:val>
                                            <p:fltVal val="0.9042"/>
                                          </p:val>
                                        </p:tav>
                                        <p:tav tm="16850">
                                          <p:val>
                                            <p:fltVal val="0.9017"/>
                                          </p:val>
                                        </p:tav>
                                        <p:tav tm="17980">
                                          <p:val>
                                            <p:fltVal val="0.9005"/>
                                          </p:val>
                                        </p:tav>
                                        <p:tav tm="19100">
                                          <p:val>
                                            <p:fltVal val="0.9"/>
                                          </p:val>
                                        </p:tav>
                                        <p:tav tm="20220">
                                          <p:val>
                                            <p:fltVal val="0.8999"/>
                                          </p:val>
                                        </p:tav>
                                        <p:tav tm="21350">
                                          <p:val>
                                            <p:fltVal val="0.9006"/>
                                          </p:val>
                                        </p:tav>
                                        <p:tav tm="22470">
                                          <p:val>
                                            <p:fltVal val="0.9046"/>
                                          </p:val>
                                        </p:tav>
                                        <p:tav tm="23600">
                                          <p:val>
                                            <p:fltVal val="0.9153"/>
                                          </p:val>
                                        </p:tav>
                                        <p:tav tm="24720">
                                          <p:val>
                                            <p:fltVal val="0.9362"/>
                                          </p:val>
                                        </p:tav>
                                        <p:tav tm="25840">
                                          <p:val>
                                            <p:fltVal val="0.9659"/>
                                          </p:val>
                                        </p:tav>
                                        <p:tav tm="26970">
                                          <p:val>
                                            <p:fltVal val="0.9858"/>
                                          </p:val>
                                        </p:tav>
                                        <p:tav tm="28090">
                                          <p:val>
                                            <p:fltVal val="0.9959"/>
                                          </p:val>
                                        </p:tav>
                                        <p:tav tm="29210">
                                          <p:val>
                                            <p:fltVal val="0.9995"/>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0.9998"/>
                                          </p:val>
                                        </p:tav>
                                        <p:tav tm="68540">
                                          <p:val>
                                            <p:fltVal val="0.9987"/>
                                          </p:val>
                                        </p:tav>
                                        <p:tav tm="69660">
                                          <p:val>
                                            <p:fltVal val="0.9955"/>
                                          </p:val>
                                        </p:tav>
                                        <p:tav tm="70790">
                                          <p:val>
                                            <p:fltVal val="0.9888"/>
                                          </p:val>
                                        </p:tav>
                                        <p:tav tm="71910">
                                          <p:val>
                                            <p:fltVal val="0.9775"/>
                                          </p:val>
                                        </p:tav>
                                        <p:tav tm="73030">
                                          <p:val>
                                            <p:fltVal val="0.9605"/>
                                          </p:val>
                                        </p:tav>
                                        <p:tav tm="74160">
                                          <p:val>
                                            <p:fltVal val="0.9385"/>
                                          </p:val>
                                        </p:tav>
                                        <p:tav tm="75280">
                                          <p:val>
                                            <p:fltVal val="0.9217"/>
                                          </p:val>
                                        </p:tav>
                                        <p:tav tm="76400">
                                          <p:val>
                                            <p:fltVal val="0.9107"/>
                                          </p:val>
                                        </p:tav>
                                        <p:tav tm="77530">
                                          <p:val>
                                            <p:fltVal val="0.9042"/>
                                          </p:val>
                                        </p:tav>
                                        <p:tav tm="78650">
                                          <p:val>
                                            <p:fltVal val="0.901"/>
                                          </p:val>
                                        </p:tav>
                                        <p:tav tm="79780">
                                          <p:val>
                                            <p:fltVal val="0.9"/>
                                          </p:val>
                                        </p:tav>
                                        <p:tav tm="80900">
                                          <p:val>
                                            <p:fltVal val="0.9"/>
                                          </p:val>
                                        </p:tav>
                                        <p:tav tm="82020">
                                          <p:val>
                                            <p:fltVal val="0.901"/>
                                          </p:val>
                                        </p:tav>
                                        <p:tav tm="83150">
                                          <p:val>
                                            <p:fltVal val="0.9061"/>
                                          </p:val>
                                        </p:tav>
                                        <p:tav tm="84270">
                                          <p:val>
                                            <p:fltVal val="0.9186"/>
                                          </p:val>
                                        </p:tav>
                                        <p:tav tm="85390">
                                          <p:val>
                                            <p:fltVal val="0.942"/>
                                          </p:val>
                                        </p:tav>
                                        <p:tav tm="86520">
                                          <p:val>
                                            <p:fltVal val="0.9709"/>
                                          </p:val>
                                        </p:tav>
                                        <p:tav tm="87640">
                                          <p:val>
                                            <p:fltVal val="0.9885"/>
                                          </p:val>
                                        </p:tav>
                                        <p:tav tm="88760">
                                          <p:val>
                                            <p:fltVal val="0.997"/>
                                          </p:val>
                                        </p:tav>
                                        <p:tav tm="89890">
                                          <p:val>
                                            <p:fltVal val="0.9997"/>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anim calcmode="lin" valueType="num">
                                      <p:cBhvr additive="mult">
                                        <p:cTn id="21" dur="2000" fill="hold"/>
                                        <p:tgtEl>
                                          <p:spTgt spid="7"/>
                                        </p:tgtEl>
                                        <p:attrNameLst>
                                          <p:attrName>3d.object.scale.z</p:attrName>
                                        </p:attrNameLst>
                                      </p:cBhvr>
                                      <p:tavLst>
                                        <p:tav tm="0">
                                          <p:val>
                                            <p:fltVal val="1"/>
                                          </p:val>
                                        </p:tav>
                                        <p:tav tm="1120">
                                          <p:val>
                                            <p:fltVal val="1"/>
                                          </p:val>
                                        </p:tav>
                                        <p:tav tm="2250">
                                          <p:val>
                                            <p:fltVal val="1.0002"/>
                                          </p:val>
                                        </p:tav>
                                        <p:tav tm="3370">
                                          <p:val>
                                            <p:fltVal val="1.0009"/>
                                          </p:val>
                                        </p:tav>
                                        <p:tav tm="4490">
                                          <p:val>
                                            <p:fltVal val="1.0023"/>
                                          </p:val>
                                        </p:tav>
                                        <p:tav tm="5620">
                                          <p:val>
                                            <p:fltVal val="1.0046"/>
                                          </p:val>
                                        </p:tav>
                                        <p:tav tm="6740">
                                          <p:val>
                                            <p:fltVal val="1.008"/>
                                          </p:val>
                                        </p:tav>
                                        <p:tav tm="7870">
                                          <p:val>
                                            <p:fltVal val="1.0127"/>
                                          </p:val>
                                        </p:tav>
                                        <p:tav tm="8990">
                                          <p:val>
                                            <p:fltVal val="1.019"/>
                                          </p:val>
                                        </p:tav>
                                        <p:tav tm="10110">
                                          <p:val>
                                            <p:fltVal val="1.0271"/>
                                          </p:val>
                                        </p:tav>
                                        <p:tav tm="11240">
                                          <p:val>
                                            <p:fltVal val="1.0351"/>
                                          </p:val>
                                        </p:tav>
                                        <p:tav tm="12360">
                                          <p:val>
                                            <p:fltVal val="1.0414"/>
                                          </p:val>
                                        </p:tav>
                                        <p:tav tm="13480">
                                          <p:val>
                                            <p:fltVal val="1.046"/>
                                          </p:val>
                                        </p:tav>
                                        <p:tav tm="14610">
                                          <p:val>
                                            <p:fltVal val="1.0494"/>
                                          </p:val>
                                        </p:tav>
                                        <p:tav tm="15730">
                                          <p:val>
                                            <p:fltVal val="1.0516"/>
                                          </p:val>
                                        </p:tav>
                                        <p:tav tm="16850">
                                          <p:val>
                                            <p:fltVal val="1.053"/>
                                          </p:val>
                                        </p:tav>
                                        <p:tav tm="17980">
                                          <p:val>
                                            <p:fltVal val="1.0537"/>
                                          </p:val>
                                        </p:tav>
                                        <p:tav tm="19100">
                                          <p:val>
                                            <p:fltVal val="1.0539"/>
                                          </p:val>
                                        </p:tav>
                                        <p:tav tm="20220">
                                          <p:val>
                                            <p:fltVal val="1.054"/>
                                          </p:val>
                                        </p:tav>
                                        <p:tav tm="21350">
                                          <p:val>
                                            <p:fltVal val="1.0536"/>
                                          </p:val>
                                        </p:tav>
                                        <p:tav tm="22470">
                                          <p:val>
                                            <p:fltVal val="1.0515"/>
                                          </p:val>
                                        </p:tav>
                                        <p:tav tm="23600">
                                          <p:val>
                                            <p:fltVal val="1.0457"/>
                                          </p:val>
                                        </p:tav>
                                        <p:tav tm="24720">
                                          <p:val>
                                            <p:fltVal val="1.0344"/>
                                          </p:val>
                                        </p:tav>
                                        <p:tav tm="25840">
                                          <p:val>
                                            <p:fltVal val="1.0183"/>
                                          </p:val>
                                        </p:tav>
                                        <p:tav tm="26970">
                                          <p:val>
                                            <p:fltVal val="1.0076"/>
                                          </p:val>
                                        </p:tav>
                                        <p:tav tm="28090">
                                          <p:val>
                                            <p:fltVal val="1.0021"/>
                                          </p:val>
                                        </p:tav>
                                        <p:tav tm="29210">
                                          <p:val>
                                            <p:fltVal val="1.0002"/>
                                          </p:val>
                                        </p:tav>
                                        <p:tav tm="30340">
                                          <p:val>
                                            <p:fltVal val="1"/>
                                          </p:val>
                                        </p:tav>
                                        <p:tav tm="31460">
                                          <p:val>
                                            <p:fltVal val="1"/>
                                          </p:val>
                                        </p:tav>
                                        <p:tav tm="32580">
                                          <p:val>
                                            <p:fltVal val="1"/>
                                          </p:val>
                                        </p:tav>
                                        <p:tav tm="33710">
                                          <p:val>
                                            <p:fltVal val="1"/>
                                          </p:val>
                                        </p:tav>
                                        <p:tav tm="34830">
                                          <p:val>
                                            <p:fltVal val="1"/>
                                          </p:val>
                                        </p:tav>
                                        <p:tav tm="35960">
                                          <p:val>
                                            <p:fltVal val="1"/>
                                          </p:val>
                                        </p:tav>
                                        <p:tav tm="37080">
                                          <p:val>
                                            <p:fltVal val="1"/>
                                          </p:val>
                                        </p:tav>
                                        <p:tav tm="38200">
                                          <p:val>
                                            <p:fltVal val="1"/>
                                          </p:val>
                                        </p:tav>
                                        <p:tav tm="39330">
                                          <p:val>
                                            <p:fltVal val="1"/>
                                          </p:val>
                                        </p:tav>
                                        <p:tav tm="40450">
                                          <p:val>
                                            <p:fltVal val="1"/>
                                          </p:val>
                                        </p:tav>
                                        <p:tav tm="41570">
                                          <p:val>
                                            <p:fltVal val="1"/>
                                          </p:val>
                                        </p:tav>
                                        <p:tav tm="42700">
                                          <p:val>
                                            <p:fltVal val="1"/>
                                          </p:val>
                                        </p:tav>
                                        <p:tav tm="43820">
                                          <p:val>
                                            <p:fltVal val="1"/>
                                          </p:val>
                                        </p:tav>
                                        <p:tav tm="44940">
                                          <p:val>
                                            <p:fltVal val="1"/>
                                          </p:val>
                                        </p:tav>
                                        <p:tav tm="46070">
                                          <p:val>
                                            <p:fltVal val="1"/>
                                          </p:val>
                                        </p:tav>
                                        <p:tav tm="47190">
                                          <p:val>
                                            <p:fltVal val="1"/>
                                          </p:val>
                                        </p:tav>
                                        <p:tav tm="48310">
                                          <p:val>
                                            <p:fltVal val="1"/>
                                          </p:val>
                                        </p:tav>
                                        <p:tav tm="49440">
                                          <p:val>
                                            <p:fltVal val="1"/>
                                          </p:val>
                                        </p:tav>
                                        <p:tav tm="50560">
                                          <p:val>
                                            <p:fltVal val="1"/>
                                          </p:val>
                                        </p:tav>
                                        <p:tav tm="51690">
                                          <p:val>
                                            <p:fltVal val="1"/>
                                          </p:val>
                                        </p:tav>
                                        <p:tav tm="52810">
                                          <p:val>
                                            <p:fltVal val="1"/>
                                          </p:val>
                                        </p:tav>
                                        <p:tav tm="53930">
                                          <p:val>
                                            <p:fltVal val="1"/>
                                          </p:val>
                                        </p:tav>
                                        <p:tav tm="55060">
                                          <p:val>
                                            <p:fltVal val="1"/>
                                          </p:val>
                                        </p:tav>
                                        <p:tav tm="56180">
                                          <p:val>
                                            <p:fltVal val="1"/>
                                          </p:val>
                                        </p:tav>
                                        <p:tav tm="57300">
                                          <p:val>
                                            <p:fltVal val="1"/>
                                          </p:val>
                                        </p:tav>
                                        <p:tav tm="58430">
                                          <p:val>
                                            <p:fltVal val="1"/>
                                          </p:val>
                                        </p:tav>
                                        <p:tav tm="59550">
                                          <p:val>
                                            <p:fltVal val="1"/>
                                          </p:val>
                                        </p:tav>
                                        <p:tav tm="60670">
                                          <p:val>
                                            <p:fltVal val="1"/>
                                          </p:val>
                                        </p:tav>
                                        <p:tav tm="61800">
                                          <p:val>
                                            <p:fltVal val="1"/>
                                          </p:val>
                                        </p:tav>
                                        <p:tav tm="62920">
                                          <p:val>
                                            <p:fltVal val="1"/>
                                          </p:val>
                                        </p:tav>
                                        <p:tav tm="64040">
                                          <p:val>
                                            <p:fltVal val="1"/>
                                          </p:val>
                                        </p:tav>
                                        <p:tav tm="65170">
                                          <p:val>
                                            <p:fltVal val="1"/>
                                          </p:val>
                                        </p:tav>
                                        <p:tav tm="66290">
                                          <p:val>
                                            <p:fltVal val="1"/>
                                          </p:val>
                                        </p:tav>
                                        <p:tav tm="67420">
                                          <p:val>
                                            <p:fltVal val="1"/>
                                          </p:val>
                                        </p:tav>
                                        <p:tav tm="68540">
                                          <p:val>
                                            <p:fltVal val="1.0006"/>
                                          </p:val>
                                        </p:tav>
                                        <p:tav tm="69660">
                                          <p:val>
                                            <p:fltVal val="1.0024"/>
                                          </p:val>
                                        </p:tav>
                                        <p:tav tm="70790">
                                          <p:val>
                                            <p:fltVal val="1.006"/>
                                          </p:val>
                                        </p:tav>
                                        <p:tav tm="71910">
                                          <p:val>
                                            <p:fltVal val="1.0121"/>
                                          </p:val>
                                        </p:tav>
                                        <p:tav tm="73030">
                                          <p:val>
                                            <p:fltVal val="1.0213"/>
                                          </p:val>
                                        </p:tav>
                                        <p:tav tm="74160">
                                          <p:val>
                                            <p:fltVal val="1.0331"/>
                                          </p:val>
                                        </p:tav>
                                        <p:tav tm="75280">
                                          <p:val>
                                            <p:fltVal val="1.0422"/>
                                          </p:val>
                                        </p:tav>
                                        <p:tav tm="76400">
                                          <p:val>
                                            <p:fltVal val="1.0482"/>
                                          </p:val>
                                        </p:tav>
                                        <p:tav tm="77530">
                                          <p:val>
                                            <p:fltVal val="1.0516"/>
                                          </p:val>
                                        </p:tav>
                                        <p:tav tm="78650">
                                          <p:val>
                                            <p:fltVal val="1.0534"/>
                                          </p:val>
                                        </p:tav>
                                        <p:tav tm="79780">
                                          <p:val>
                                            <p:fltVal val="1.0539"/>
                                          </p:val>
                                        </p:tav>
                                        <p:tav tm="80900">
                                          <p:val>
                                            <p:fltVal val="1.0539"/>
                                          </p:val>
                                        </p:tav>
                                        <p:tav tm="82020">
                                          <p:val>
                                            <p:fltVal val="1.0534"/>
                                          </p:val>
                                        </p:tav>
                                        <p:tav tm="83150">
                                          <p:val>
                                            <p:fltVal val="1.0506"/>
                                          </p:val>
                                        </p:tav>
                                        <p:tav tm="84270">
                                          <p:val>
                                            <p:fltVal val="1.0439"/>
                                          </p:val>
                                        </p:tav>
                                        <p:tav tm="85390">
                                          <p:val>
                                            <p:fltVal val="1.0312"/>
                                          </p:val>
                                        </p:tav>
                                        <p:tav tm="86520">
                                          <p:val>
                                            <p:fltVal val="1.0156"/>
                                          </p:val>
                                        </p:tav>
                                        <p:tav tm="87640">
                                          <p:val>
                                            <p:fltVal val="1.0061"/>
                                          </p:val>
                                        </p:tav>
                                        <p:tav tm="88760">
                                          <p:val>
                                            <p:fltVal val="1.0015"/>
                                          </p:val>
                                        </p:tav>
                                        <p:tav tm="89890">
                                          <p:val>
                                            <p:fltVal val="1.0001"/>
                                          </p:val>
                                        </p:tav>
                                        <p:tav tm="91010">
                                          <p:val>
                                            <p:fltVal val="1"/>
                                          </p:val>
                                        </p:tav>
                                        <p:tav tm="92130">
                                          <p:val>
                                            <p:fltVal val="1"/>
                                          </p:val>
                                        </p:tav>
                                        <p:tav tm="93260">
                                          <p:val>
                                            <p:fltVal val="1"/>
                                          </p:val>
                                        </p:tav>
                                        <p:tav tm="94380">
                                          <p:val>
                                            <p:fltVal val="1"/>
                                          </p:val>
                                        </p:tav>
                                        <p:tav tm="95510">
                                          <p:val>
                                            <p:fltVal val="1"/>
                                          </p:val>
                                        </p:tav>
                                        <p:tav tm="96630">
                                          <p:val>
                                            <p:fltVal val="1"/>
                                          </p:val>
                                        </p:tav>
                                        <p:tav tm="97750">
                                          <p:val>
                                            <p:fltVal val="1"/>
                                          </p:val>
                                        </p:tav>
                                        <p:tav tm="98880">
                                          <p:val>
                                            <p:fltVal val="1"/>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F327A-A31F-742A-D0CD-763B66689F23}"/>
              </a:ext>
            </a:extLst>
          </p:cNvPr>
          <p:cNvSpPr>
            <a:spLocks noGrp="1"/>
          </p:cNvSpPr>
          <p:nvPr>
            <p:ph type="title"/>
          </p:nvPr>
        </p:nvSpPr>
        <p:spPr>
          <a:xfrm>
            <a:off x="838200" y="76200"/>
            <a:ext cx="10515600" cy="626533"/>
          </a:xfrm>
        </p:spPr>
        <p:txBody>
          <a:bodyPr>
            <a:normAutofit/>
          </a:bodyPr>
          <a:lstStyle/>
          <a:p>
            <a:pPr algn="ctr"/>
            <a:r>
              <a:rPr lang="en-US" b="1" dirty="0">
                <a:latin typeface="Times New Roman" panose="02020603050405020304" pitchFamily="18" charset="0"/>
                <a:cs typeface="Times New Roman" panose="02020603050405020304" pitchFamily="18" charset="0"/>
              </a:rPr>
              <a:t>TEAM</a:t>
            </a:r>
            <a:r>
              <a:rPr lang="en-US" b="1" dirty="0">
                <a:solidFill>
                  <a:schemeClr val="bg1"/>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MEMBERS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DEE7D4B-2165-5375-4973-1C6D1BF17EF1}"/>
              </a:ext>
            </a:extLst>
          </p:cNvPr>
          <p:cNvSpPr txBox="1"/>
          <p:nvPr/>
        </p:nvSpPr>
        <p:spPr>
          <a:xfrm>
            <a:off x="675026" y="1443841"/>
            <a:ext cx="10253134" cy="3970318"/>
          </a:xfrm>
          <a:prstGeom prst="rect">
            <a:avLst/>
          </a:prstGeom>
          <a:noFill/>
        </p:spPr>
        <p:txBody>
          <a:bodyPr wrap="square" rtlCol="0">
            <a:spAutoFit/>
          </a:bodyPr>
          <a:lstStyle/>
          <a:p>
            <a:pPr marL="285750" indent="-28575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 RIYA GUPTA</a:t>
            </a:r>
          </a:p>
          <a:p>
            <a:pPr marL="285750" indent="-28575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 ABHILASH G.</a:t>
            </a:r>
          </a:p>
          <a:p>
            <a:pPr marL="285750" indent="-28575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 AMAL A. M.</a:t>
            </a:r>
          </a:p>
          <a:p>
            <a:pPr marL="285750" indent="-28575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 SARVADNYA THUBE</a:t>
            </a:r>
          </a:p>
          <a:p>
            <a:pPr marL="285750" indent="-285750">
              <a:buFont typeface="Wingdings" panose="05000000000000000000" pitchFamily="2" charset="2"/>
              <a:buChar char="q"/>
            </a:pPr>
            <a:endParaRPr lang="en-IN" sz="2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800" dirty="0">
                <a:latin typeface="Times New Roman" panose="02020603050405020304" pitchFamily="18" charset="0"/>
                <a:cs typeface="Times New Roman" panose="02020603050405020304" pitchFamily="18" charset="0"/>
              </a:rPr>
              <a:t> VIVEK SINGH BISHT</a:t>
            </a:r>
          </a:p>
        </p:txBody>
      </p:sp>
    </p:spTree>
    <p:extLst>
      <p:ext uri="{BB962C8B-B14F-4D97-AF65-F5344CB8AC3E}">
        <p14:creationId xmlns:p14="http://schemas.microsoft.com/office/powerpoint/2010/main" val="426426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4018-8798-95E3-D23D-89268AD161BF}"/>
              </a:ext>
            </a:extLst>
          </p:cNvPr>
          <p:cNvSpPr>
            <a:spLocks noGrp="1"/>
          </p:cNvSpPr>
          <p:nvPr>
            <p:ph type="title"/>
          </p:nvPr>
        </p:nvSpPr>
        <p:spPr>
          <a:xfrm>
            <a:off x="728134" y="68791"/>
            <a:ext cx="10515600" cy="600075"/>
          </a:xfrm>
        </p:spPr>
        <p:txBody>
          <a:bodyPr>
            <a:normAutofit/>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08BC75D-27D8-D779-9D4F-32DA8E4307F0}"/>
              </a:ext>
            </a:extLst>
          </p:cNvPr>
          <p:cNvSpPr txBox="1"/>
          <p:nvPr/>
        </p:nvSpPr>
        <p:spPr>
          <a:xfrm>
            <a:off x="287866" y="870831"/>
            <a:ext cx="11616267" cy="2677656"/>
          </a:xfrm>
          <a:prstGeom prst="rect">
            <a:avLst/>
          </a:prstGeom>
          <a:noFill/>
        </p:spPr>
        <p:txBody>
          <a:bodyPr wrap="square" rtlCol="0">
            <a:spAutoFit/>
          </a:bodyPr>
          <a:lstStyle/>
          <a:p>
            <a:endParaRPr lang="en-IN"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Adventure Works is a manufacturing and retail business that produces a lot of sales data about different products, clients, geographical areas, and time periods. Nevertheless, significant business insights are not directly provided by the raw data kept in numerous tables.</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E9ED13A-ED75-F8A2-45B1-EA748FA2E982}"/>
              </a:ext>
            </a:extLst>
          </p:cNvPr>
          <p:cNvSpPr txBox="1"/>
          <p:nvPr/>
        </p:nvSpPr>
        <p:spPr>
          <a:xfrm>
            <a:off x="287866" y="3072373"/>
            <a:ext cx="11129818" cy="2677656"/>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This project's goal is to use Excel, SQL, Tableau, and Power BI to turn raw data into useful insights for analyzing sales performance and business trends. Finding key performance indicators (KPIs), comprehending consumer and product behavior, assessing regional performance, and monitoring time-based sales trends are the main objectives of the analysis.</a:t>
            </a:r>
            <a:br>
              <a:rPr lang="en-US" altLang="en-US" sz="2400" dirty="0">
                <a:latin typeface="Times New Roman" panose="02020603050405020304" pitchFamily="18" charset="0"/>
                <a:cs typeface="Times New Roman" panose="02020603050405020304" pitchFamily="18" charset="0"/>
              </a:rPr>
            </a:br>
            <a:br>
              <a:rPr lang="en-US" altLang="en-US" sz="2400" dirty="0">
                <a:latin typeface="Times New Roman" panose="02020603050405020304" pitchFamily="18" charset="0"/>
                <a:cs typeface="Times New Roman" panose="02020603050405020304" pitchFamily="18" charset="0"/>
              </a:rPr>
            </a:br>
            <a:endParaRPr lang="en-IN" sz="2400" dirty="0"/>
          </a:p>
        </p:txBody>
      </p:sp>
      <p:sp>
        <p:nvSpPr>
          <p:cNvPr id="7" name="TextBox 6">
            <a:extLst>
              <a:ext uri="{FF2B5EF4-FFF2-40B4-BE49-F238E27FC236}">
                <a16:creationId xmlns:a16="http://schemas.microsoft.com/office/drawing/2014/main" id="{CD473386-FACA-2C41-F71C-6D73FC717041}"/>
              </a:ext>
            </a:extLst>
          </p:cNvPr>
          <p:cNvSpPr txBox="1"/>
          <p:nvPr/>
        </p:nvSpPr>
        <p:spPr>
          <a:xfrm>
            <a:off x="287866" y="5227733"/>
            <a:ext cx="11790216" cy="830997"/>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Through interactive dashboards and clearly defined metrics, this project empowers stakeholders to make data-driven decisions.</a:t>
            </a:r>
            <a:endParaRPr lang="en-IN" sz="2400" dirty="0"/>
          </a:p>
        </p:txBody>
      </p:sp>
    </p:spTree>
    <p:extLst>
      <p:ext uri="{BB962C8B-B14F-4D97-AF65-F5344CB8AC3E}">
        <p14:creationId xmlns:p14="http://schemas.microsoft.com/office/powerpoint/2010/main" val="87598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53A61-27A4-2921-3A3B-71636BAB183A}"/>
              </a:ext>
            </a:extLst>
          </p:cNvPr>
          <p:cNvSpPr>
            <a:spLocks noGrp="1"/>
          </p:cNvSpPr>
          <p:nvPr>
            <p:ph type="title"/>
          </p:nvPr>
        </p:nvSpPr>
        <p:spPr>
          <a:xfrm>
            <a:off x="530014" y="0"/>
            <a:ext cx="10515600" cy="751839"/>
          </a:xfrm>
        </p:spPr>
        <p:txBody>
          <a:bodyPr>
            <a:normAutofit/>
          </a:bodyPr>
          <a:lstStyle/>
          <a:p>
            <a:pPr algn="ctr"/>
            <a:r>
              <a:rPr lang="en-US" b="1" dirty="0">
                <a:latin typeface="Times New Roman" panose="02020603050405020304" pitchFamily="18" charset="0"/>
                <a:cs typeface="Times New Roman" panose="02020603050405020304" pitchFamily="18" charset="0"/>
              </a:rPr>
              <a:t>KPI’S AND INSIGHTS</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DD356E0-D485-A8FA-7922-082B8383219A}"/>
              </a:ext>
            </a:extLst>
          </p:cNvPr>
          <p:cNvSpPr txBox="1"/>
          <p:nvPr/>
        </p:nvSpPr>
        <p:spPr>
          <a:xfrm>
            <a:off x="661610" y="751839"/>
            <a:ext cx="11887200" cy="4154984"/>
          </a:xfrm>
          <a:prstGeom prst="rect">
            <a:avLst/>
          </a:prstGeom>
          <a:noFill/>
        </p:spPr>
        <p:txBody>
          <a:bodyPr wrap="square" rtlCol="0">
            <a:spAutoFit/>
          </a:bodyPr>
          <a:lstStyle/>
          <a:p>
            <a:pPr marL="285750" indent="-28575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Key Performance Indicators (KPIs)</a:t>
            </a:r>
            <a:endParaRPr lang="en-IN" sz="2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Products Purchased per Order :- 2</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Average Order Value (AOV) :- 1.06K</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Total Sales Revenue :- $29.4M</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Production Cost :- $17.3M</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Total Customers :- 18K</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Total Profit :- 12.08M</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Tax Amount :- $2.3M</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Total Orders :- 28K</a:t>
            </a:r>
          </a:p>
          <a:p>
            <a:pPr marL="742950" lvl="1" indent="-285750">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q"/>
            </a:pP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74E4610-3072-5DF9-E2A8-EF5C30EA8175}"/>
              </a:ext>
            </a:extLst>
          </p:cNvPr>
          <p:cNvSpPr txBox="1"/>
          <p:nvPr/>
        </p:nvSpPr>
        <p:spPr>
          <a:xfrm>
            <a:off x="661610" y="4055444"/>
            <a:ext cx="9307945" cy="2677656"/>
          </a:xfrm>
          <a:prstGeom prst="rect">
            <a:avLst/>
          </a:prstGeom>
          <a:noFill/>
        </p:spPr>
        <p:txBody>
          <a:bodyPr wrap="square">
            <a:spAutoFit/>
          </a:bodyPr>
          <a:lstStyle/>
          <a:p>
            <a:pPr marL="285750" indent="-285750">
              <a:buFont typeface="Wingdings" panose="05000000000000000000" pitchFamily="2" charset="2"/>
              <a:buChar char="q"/>
            </a:pPr>
            <a:r>
              <a:rPr lang="en-IN" sz="2400" b="1" dirty="0">
                <a:latin typeface="Times New Roman" panose="02020603050405020304" pitchFamily="18" charset="0"/>
                <a:cs typeface="Times New Roman" panose="02020603050405020304" pitchFamily="18" charset="0"/>
              </a:rPr>
              <a:t>Insights </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  Sales peaked in 2013, then declined in 2014.</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  North America &amp; USA lead total sales.</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  Bikes category dominates overall revenue.</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  Age group 50–75 contributes highest sales.</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  Weekday sales exceed weekend sales.</a:t>
            </a:r>
          </a:p>
          <a:p>
            <a:pPr marL="742950" lvl="1" indent="-285750">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  Male &amp; female sales are nearly equal.</a:t>
            </a:r>
          </a:p>
        </p:txBody>
      </p:sp>
    </p:spTree>
    <p:extLst>
      <p:ext uri="{BB962C8B-B14F-4D97-AF65-F5344CB8AC3E}">
        <p14:creationId xmlns:p14="http://schemas.microsoft.com/office/powerpoint/2010/main" val="222915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1ED0F-1D89-5D69-867A-1839472D167F}"/>
              </a:ext>
            </a:extLst>
          </p:cNvPr>
          <p:cNvSpPr>
            <a:spLocks noGrp="1"/>
          </p:cNvSpPr>
          <p:nvPr>
            <p:ph type="title"/>
          </p:nvPr>
        </p:nvSpPr>
        <p:spPr>
          <a:xfrm>
            <a:off x="795866" y="0"/>
            <a:ext cx="10210800" cy="701675"/>
          </a:xfrm>
        </p:spPr>
        <p:txBody>
          <a:bodyPr>
            <a:normAutofit/>
          </a:bodyPr>
          <a:lstStyle/>
          <a:p>
            <a:pPr algn="ctr"/>
            <a:r>
              <a:rPr lang="en-US" b="1" dirty="0">
                <a:latin typeface="Times New Roman" panose="02020603050405020304" pitchFamily="18" charset="0"/>
                <a:cs typeface="Times New Roman" panose="02020603050405020304" pitchFamily="18" charset="0"/>
              </a:rPr>
              <a:t>Excel Dashboard</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72FD7F4-3FC2-DB50-CCB7-F1BE3E23B8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17887"/>
            <a:ext cx="11564883" cy="4682248"/>
          </a:xfrm>
          <a:prstGeom prst="rect">
            <a:avLst/>
          </a:prstGeom>
        </p:spPr>
      </p:pic>
      <p:sp>
        <p:nvSpPr>
          <p:cNvPr id="5" name="TextBox 4">
            <a:extLst>
              <a:ext uri="{FF2B5EF4-FFF2-40B4-BE49-F238E27FC236}">
                <a16:creationId xmlns:a16="http://schemas.microsoft.com/office/drawing/2014/main" id="{3557DA66-12F2-8376-EE16-A9EFC35B27E9}"/>
              </a:ext>
            </a:extLst>
          </p:cNvPr>
          <p:cNvSpPr txBox="1"/>
          <p:nvPr/>
        </p:nvSpPr>
        <p:spPr>
          <a:xfrm>
            <a:off x="431216" y="5380672"/>
            <a:ext cx="11438467" cy="1477328"/>
          </a:xfrm>
          <a:prstGeom prst="rect">
            <a:avLst/>
          </a:prstGeom>
          <a:noFill/>
        </p:spPr>
        <p:txBody>
          <a:bodyPr wrap="square" rtlCol="0">
            <a:spAutoFit/>
          </a:bodyPr>
          <a:lstStyle/>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Displays overall sales, profit, and production cost</a:t>
            </a:r>
          </a:p>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Tracks year-wise, month-wise, and quarter-wise sales</a:t>
            </a:r>
          </a:p>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Highlights top customers, top products, and region-wise sales</a:t>
            </a:r>
          </a:p>
          <a:p>
            <a:pPr marL="285750" indent="-285750">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Enables interactive filtering by region and year</a:t>
            </a:r>
          </a:p>
          <a:p>
            <a:pPr marL="285750" indent="-285750">
              <a:buFont typeface="Wingdings" panose="05000000000000000000" pitchFamily="2" charset="2"/>
              <a:buChar char="§"/>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16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9FB4-EAA6-020E-638C-B9DA85652158}"/>
              </a:ext>
            </a:extLst>
          </p:cNvPr>
          <p:cNvSpPr>
            <a:spLocks noGrp="1"/>
          </p:cNvSpPr>
          <p:nvPr>
            <p:ph type="title"/>
          </p:nvPr>
        </p:nvSpPr>
        <p:spPr>
          <a:xfrm>
            <a:off x="711200" y="77259"/>
            <a:ext cx="10515600" cy="456141"/>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Tableau Dashboard</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EA600C1-93FF-6D4D-E3FB-997F67E8B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863" y="533400"/>
            <a:ext cx="11397916" cy="5045410"/>
          </a:xfrm>
          <a:prstGeom prst="rect">
            <a:avLst/>
          </a:prstGeom>
        </p:spPr>
      </p:pic>
      <p:sp>
        <p:nvSpPr>
          <p:cNvPr id="6" name="TextBox 5">
            <a:extLst>
              <a:ext uri="{FF2B5EF4-FFF2-40B4-BE49-F238E27FC236}">
                <a16:creationId xmlns:a16="http://schemas.microsoft.com/office/drawing/2014/main" id="{82A698F7-52CB-BA4B-F055-2087290DC1D4}"/>
              </a:ext>
            </a:extLst>
          </p:cNvPr>
          <p:cNvSpPr txBox="1"/>
          <p:nvPr/>
        </p:nvSpPr>
        <p:spPr>
          <a:xfrm>
            <a:off x="680284" y="5684538"/>
            <a:ext cx="11214937" cy="1173463"/>
          </a:xfrm>
          <a:prstGeom prst="rect">
            <a:avLst/>
          </a:prstGeom>
          <a:noFill/>
        </p:spPr>
        <p:txBody>
          <a:bodyPr wrap="square">
            <a:spAutoFit/>
          </a:bodyPr>
          <a:lstStyle/>
          <a:p>
            <a:pPr marL="285750" indent="-285750">
              <a:lnSpc>
                <a:spcPct val="107000"/>
              </a:lnSpc>
              <a:spcAft>
                <a:spcPts val="800"/>
              </a:spcAft>
              <a:buFont typeface="Wingdings" panose="05000000000000000000" pitchFamily="2" charset="2"/>
              <a:buChar char="§"/>
              <a:tabLst>
                <a:tab pos="2070100" algn="l"/>
              </a:tabLs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Focuses on customer demographics and behaviour</a:t>
            </a:r>
          </a:p>
          <a:p>
            <a:pPr marL="285750" indent="-285750">
              <a:lnSpc>
                <a:spcPct val="107000"/>
              </a:lnSpc>
              <a:spcAft>
                <a:spcPts val="800"/>
              </a:spcAft>
              <a:buFont typeface="Wingdings" panose="05000000000000000000" pitchFamily="2" charset="2"/>
              <a:buChar char="§"/>
              <a:tabLst>
                <a:tab pos="2070100" algn="l"/>
              </a:tabLs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Analyses  sales by gender, education, day type, size, and colour</a:t>
            </a:r>
          </a:p>
          <a:p>
            <a:pPr marL="285750" indent="-285750">
              <a:lnSpc>
                <a:spcPct val="107000"/>
              </a:lnSpc>
              <a:spcAft>
                <a:spcPts val="800"/>
              </a:spcAft>
              <a:buFont typeface="Wingdings" panose="05000000000000000000" pitchFamily="2" charset="2"/>
              <a:buChar char="§"/>
              <a:tabLst>
                <a:tab pos="2070100" algn="l"/>
              </a:tabLs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Provides region-based filtering for deeper insights</a:t>
            </a:r>
          </a:p>
        </p:txBody>
      </p:sp>
    </p:spTree>
    <p:extLst>
      <p:ext uri="{BB962C8B-B14F-4D97-AF65-F5344CB8AC3E}">
        <p14:creationId xmlns:p14="http://schemas.microsoft.com/office/powerpoint/2010/main" val="92943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452A-49A7-EDF4-8090-561A9A3B451E}"/>
              </a:ext>
            </a:extLst>
          </p:cNvPr>
          <p:cNvSpPr>
            <a:spLocks noGrp="1"/>
          </p:cNvSpPr>
          <p:nvPr>
            <p:ph type="title"/>
          </p:nvPr>
        </p:nvSpPr>
        <p:spPr>
          <a:xfrm>
            <a:off x="757990" y="0"/>
            <a:ext cx="10515600" cy="54927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Power BI Dashboard</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51639E0-2052-123D-5054-C089B588E1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158" y="496110"/>
            <a:ext cx="11307684" cy="5229725"/>
          </a:xfrm>
          <a:prstGeom prst="rect">
            <a:avLst/>
          </a:prstGeom>
        </p:spPr>
      </p:pic>
      <p:sp>
        <p:nvSpPr>
          <p:cNvPr id="6" name="TextBox 5">
            <a:extLst>
              <a:ext uri="{FF2B5EF4-FFF2-40B4-BE49-F238E27FC236}">
                <a16:creationId xmlns:a16="http://schemas.microsoft.com/office/drawing/2014/main" id="{7A80F9C3-C047-EF4B-EB44-D9FB172A414D}"/>
              </a:ext>
            </a:extLst>
          </p:cNvPr>
          <p:cNvSpPr txBox="1"/>
          <p:nvPr/>
        </p:nvSpPr>
        <p:spPr>
          <a:xfrm>
            <a:off x="633662" y="5725835"/>
            <a:ext cx="8983579" cy="1173463"/>
          </a:xfrm>
          <a:prstGeom prst="rect">
            <a:avLst/>
          </a:prstGeom>
          <a:noFill/>
        </p:spPr>
        <p:txBody>
          <a:bodyPr wrap="square">
            <a:spAutoFit/>
          </a:bodyPr>
          <a:lstStyle/>
          <a:p>
            <a:pPr marL="285750" indent="-285750">
              <a:lnSpc>
                <a:spcPct val="107000"/>
              </a:lnSpc>
              <a:spcAft>
                <a:spcPts val="800"/>
              </a:spcAft>
              <a:buFont typeface="Wingdings" panose="05000000000000000000" pitchFamily="2" charset="2"/>
              <a:buChar char="§"/>
              <a:tabLst>
                <a:tab pos="2070100" algn="l"/>
              </a:tabLst>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Presents interactive KPIs and time-based trends</a:t>
            </a:r>
          </a:p>
          <a:p>
            <a:pPr marL="285750" indent="-285750">
              <a:lnSpc>
                <a:spcPct val="107000"/>
              </a:lnSpc>
              <a:spcAft>
                <a:spcPts val="800"/>
              </a:spcAft>
              <a:buFont typeface="Wingdings" panose="05000000000000000000" pitchFamily="2" charset="2"/>
              <a:buChar char="§"/>
              <a:tabLst>
                <a:tab pos="2070100" algn="l"/>
              </a:tabLst>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Shows sales by year, territory, age group, and education</a:t>
            </a:r>
          </a:p>
          <a:p>
            <a:pPr marL="285750" indent="-285750">
              <a:lnSpc>
                <a:spcPct val="107000"/>
              </a:lnSpc>
              <a:spcAft>
                <a:spcPts val="800"/>
              </a:spcAft>
              <a:buFont typeface="Wingdings" panose="05000000000000000000" pitchFamily="2" charset="2"/>
              <a:buChar char="§"/>
              <a:tabLst>
                <a:tab pos="2070100" algn="l"/>
              </a:tabLst>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Uses dynamic slicers and DAX measures</a:t>
            </a:r>
          </a:p>
        </p:txBody>
      </p:sp>
    </p:spTree>
    <p:extLst>
      <p:ext uri="{BB962C8B-B14F-4D97-AF65-F5344CB8AC3E}">
        <p14:creationId xmlns:p14="http://schemas.microsoft.com/office/powerpoint/2010/main" val="339712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2F786F9-199C-8D79-3DD2-E1F2A75A9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112" y="1534645"/>
            <a:ext cx="1314633" cy="552527"/>
          </a:xfrm>
          <a:prstGeom prst="rect">
            <a:avLst/>
          </a:prstGeom>
        </p:spPr>
      </p:pic>
      <p:sp>
        <p:nvSpPr>
          <p:cNvPr id="30" name="Title 29">
            <a:extLst>
              <a:ext uri="{FF2B5EF4-FFF2-40B4-BE49-F238E27FC236}">
                <a16:creationId xmlns:a16="http://schemas.microsoft.com/office/drawing/2014/main" id="{8929E125-A1EB-4E7A-5055-A7A6778848BA}"/>
              </a:ext>
            </a:extLst>
          </p:cNvPr>
          <p:cNvSpPr>
            <a:spLocks noGrp="1"/>
          </p:cNvSpPr>
          <p:nvPr>
            <p:ph type="title"/>
          </p:nvPr>
        </p:nvSpPr>
        <p:spPr>
          <a:xfrm>
            <a:off x="913774" y="0"/>
            <a:ext cx="10364451" cy="552527"/>
          </a:xfrm>
        </p:spPr>
        <p:txBody>
          <a:bodyPr>
            <a:normAutofit fontScale="90000"/>
          </a:bodyPr>
          <a:lstStyle/>
          <a:p>
            <a:r>
              <a:rPr lang="en-US" sz="4400" dirty="0">
                <a:latin typeface="Times New Roman" panose="02020603050405020304" pitchFamily="18" charset="0"/>
                <a:cs typeface="Times New Roman" panose="02020603050405020304" pitchFamily="18" charset="0"/>
              </a:rPr>
              <a:t>SQL Queries output</a:t>
            </a:r>
            <a:endParaRPr lang="en-IN" sz="4400" dirty="0">
              <a:latin typeface="Times New Roman" panose="02020603050405020304" pitchFamily="18" charset="0"/>
              <a:cs typeface="Times New Roman" panose="02020603050405020304" pitchFamily="18" charset="0"/>
            </a:endParaRPr>
          </a:p>
        </p:txBody>
      </p:sp>
      <p:pic>
        <p:nvPicPr>
          <p:cNvPr id="32" name="Picture 31">
            <a:extLst>
              <a:ext uri="{FF2B5EF4-FFF2-40B4-BE49-F238E27FC236}">
                <a16:creationId xmlns:a16="http://schemas.microsoft.com/office/drawing/2014/main" id="{8B6EDC3A-0669-D079-3E29-EC3B95CA8D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6009" y="1553698"/>
            <a:ext cx="1867161" cy="514422"/>
          </a:xfrm>
          <a:prstGeom prst="rect">
            <a:avLst/>
          </a:prstGeom>
        </p:spPr>
      </p:pic>
      <p:sp>
        <p:nvSpPr>
          <p:cNvPr id="33" name="TextBox 32">
            <a:extLst>
              <a:ext uri="{FF2B5EF4-FFF2-40B4-BE49-F238E27FC236}">
                <a16:creationId xmlns:a16="http://schemas.microsoft.com/office/drawing/2014/main" id="{B8702F84-8BE3-AADC-8274-980FC5612BBC}"/>
              </a:ext>
            </a:extLst>
          </p:cNvPr>
          <p:cNvSpPr txBox="1"/>
          <p:nvPr/>
        </p:nvSpPr>
        <p:spPr>
          <a:xfrm>
            <a:off x="1384055" y="1184366"/>
            <a:ext cx="186716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TOTAL SALES</a:t>
            </a:r>
            <a:endParaRPr lang="en-IN"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BAC4F2C2-AE99-0F28-6E73-76A7918A6288}"/>
              </a:ext>
            </a:extLst>
          </p:cNvPr>
          <p:cNvSpPr txBox="1"/>
          <p:nvPr/>
        </p:nvSpPr>
        <p:spPr>
          <a:xfrm>
            <a:off x="3197847" y="1165313"/>
            <a:ext cx="186716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TOTAL ORDERS</a:t>
            </a:r>
            <a:endParaRPr lang="en-IN" dirty="0">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AF41CE69-B432-4420-E3E1-9EDA939CBA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64406" y="1576011"/>
            <a:ext cx="1838582" cy="428685"/>
          </a:xfrm>
          <a:prstGeom prst="rect">
            <a:avLst/>
          </a:prstGeom>
        </p:spPr>
      </p:pic>
      <p:sp>
        <p:nvSpPr>
          <p:cNvPr id="37" name="TextBox 36">
            <a:extLst>
              <a:ext uri="{FF2B5EF4-FFF2-40B4-BE49-F238E27FC236}">
                <a16:creationId xmlns:a16="http://schemas.microsoft.com/office/drawing/2014/main" id="{68C74486-4A12-A212-DC7F-74428278DF88}"/>
              </a:ext>
            </a:extLst>
          </p:cNvPr>
          <p:cNvSpPr txBox="1"/>
          <p:nvPr/>
        </p:nvSpPr>
        <p:spPr>
          <a:xfrm>
            <a:off x="5193977" y="1184366"/>
            <a:ext cx="32322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TOTAL PROCUCTION COST</a:t>
            </a:r>
            <a:endParaRPr lang="en-IN" dirty="0">
              <a:latin typeface="Times New Roman" panose="02020603050405020304" pitchFamily="18" charset="0"/>
              <a:cs typeface="Times New Roman" panose="02020603050405020304" pitchFamily="18" charset="0"/>
            </a:endParaRPr>
          </a:p>
        </p:txBody>
      </p:sp>
      <p:pic>
        <p:nvPicPr>
          <p:cNvPr id="39" name="Picture 38">
            <a:extLst>
              <a:ext uri="{FF2B5EF4-FFF2-40B4-BE49-F238E27FC236}">
                <a16:creationId xmlns:a16="http://schemas.microsoft.com/office/drawing/2014/main" id="{7D02AD47-B3A6-ABD5-ED76-2F0F0CCDD4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8523" y="1534645"/>
            <a:ext cx="1848108" cy="733527"/>
          </a:xfrm>
          <a:prstGeom prst="rect">
            <a:avLst/>
          </a:prstGeom>
        </p:spPr>
      </p:pic>
      <p:sp>
        <p:nvSpPr>
          <p:cNvPr id="41" name="TextBox 40">
            <a:extLst>
              <a:ext uri="{FF2B5EF4-FFF2-40B4-BE49-F238E27FC236}">
                <a16:creationId xmlns:a16="http://schemas.microsoft.com/office/drawing/2014/main" id="{44F9D18F-53B5-492B-D928-0AE28A7A0B93}"/>
              </a:ext>
            </a:extLst>
          </p:cNvPr>
          <p:cNvSpPr txBox="1"/>
          <p:nvPr/>
        </p:nvSpPr>
        <p:spPr>
          <a:xfrm>
            <a:off x="8390714" y="1175958"/>
            <a:ext cx="250372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GENDERWISE SALES</a:t>
            </a:r>
          </a:p>
        </p:txBody>
      </p:sp>
      <p:pic>
        <p:nvPicPr>
          <p:cNvPr id="43" name="Picture 42">
            <a:extLst>
              <a:ext uri="{FF2B5EF4-FFF2-40B4-BE49-F238E27FC236}">
                <a16:creationId xmlns:a16="http://schemas.microsoft.com/office/drawing/2014/main" id="{855F101F-460F-C12A-49D0-CD85A4D71A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38367" y="2795618"/>
            <a:ext cx="1667108" cy="1333686"/>
          </a:xfrm>
          <a:prstGeom prst="rect">
            <a:avLst/>
          </a:prstGeom>
        </p:spPr>
      </p:pic>
      <p:sp>
        <p:nvSpPr>
          <p:cNvPr id="44" name="TextBox 43">
            <a:extLst>
              <a:ext uri="{FF2B5EF4-FFF2-40B4-BE49-F238E27FC236}">
                <a16:creationId xmlns:a16="http://schemas.microsoft.com/office/drawing/2014/main" id="{F7CF92A4-14C3-FDFA-2B24-00243DA5924B}"/>
              </a:ext>
            </a:extLst>
          </p:cNvPr>
          <p:cNvSpPr txBox="1"/>
          <p:nvPr/>
        </p:nvSpPr>
        <p:spPr>
          <a:xfrm>
            <a:off x="1986744" y="2392853"/>
            <a:ext cx="214468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YEARWISE SALES</a:t>
            </a:r>
            <a:endParaRPr lang="en-IN" dirty="0">
              <a:latin typeface="Times New Roman" panose="02020603050405020304" pitchFamily="18" charset="0"/>
              <a:cs typeface="Times New Roman" panose="02020603050405020304" pitchFamily="18" charset="0"/>
            </a:endParaRPr>
          </a:p>
        </p:txBody>
      </p:sp>
      <p:pic>
        <p:nvPicPr>
          <p:cNvPr id="46" name="Picture 45">
            <a:extLst>
              <a:ext uri="{FF2B5EF4-FFF2-40B4-BE49-F238E27FC236}">
                <a16:creationId xmlns:a16="http://schemas.microsoft.com/office/drawing/2014/main" id="{F0478C7F-EF6F-1246-5045-3007A29183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89336" y="2795618"/>
            <a:ext cx="2391109" cy="1124107"/>
          </a:xfrm>
          <a:prstGeom prst="rect">
            <a:avLst/>
          </a:prstGeom>
        </p:spPr>
      </p:pic>
      <p:sp>
        <p:nvSpPr>
          <p:cNvPr id="47" name="TextBox 46">
            <a:extLst>
              <a:ext uri="{FF2B5EF4-FFF2-40B4-BE49-F238E27FC236}">
                <a16:creationId xmlns:a16="http://schemas.microsoft.com/office/drawing/2014/main" id="{2A011C84-9A47-0A04-5D7C-516B7D973EB5}"/>
              </a:ext>
            </a:extLst>
          </p:cNvPr>
          <p:cNvSpPr txBox="1"/>
          <p:nvPr/>
        </p:nvSpPr>
        <p:spPr>
          <a:xfrm>
            <a:off x="4313886" y="2394095"/>
            <a:ext cx="283028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QUARTERWISE SALES</a:t>
            </a:r>
            <a:endParaRPr lang="en-IN" dirty="0">
              <a:latin typeface="Times New Roman" panose="02020603050405020304" pitchFamily="18" charset="0"/>
              <a:cs typeface="Times New Roman" panose="02020603050405020304" pitchFamily="18" charset="0"/>
            </a:endParaRPr>
          </a:p>
        </p:txBody>
      </p:sp>
      <p:pic>
        <p:nvPicPr>
          <p:cNvPr id="49" name="Picture 48">
            <a:extLst>
              <a:ext uri="{FF2B5EF4-FFF2-40B4-BE49-F238E27FC236}">
                <a16:creationId xmlns:a16="http://schemas.microsoft.com/office/drawing/2014/main" id="{86F8E013-28E3-230E-5AF0-707029B74B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2949" y="2795618"/>
            <a:ext cx="2962688" cy="2753109"/>
          </a:xfrm>
          <a:prstGeom prst="rect">
            <a:avLst/>
          </a:prstGeom>
        </p:spPr>
      </p:pic>
      <p:sp>
        <p:nvSpPr>
          <p:cNvPr id="50" name="TextBox 49">
            <a:extLst>
              <a:ext uri="{FF2B5EF4-FFF2-40B4-BE49-F238E27FC236}">
                <a16:creationId xmlns:a16="http://schemas.microsoft.com/office/drawing/2014/main" id="{00379B0D-D877-E868-884B-51F6C6F022F4}"/>
              </a:ext>
            </a:extLst>
          </p:cNvPr>
          <p:cNvSpPr txBox="1"/>
          <p:nvPr/>
        </p:nvSpPr>
        <p:spPr>
          <a:xfrm>
            <a:off x="8027212" y="2410191"/>
            <a:ext cx="323228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MONTHWISE SALES</a:t>
            </a:r>
            <a:endParaRPr lang="en-IN"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0035A23C-DF8F-428D-4493-656AD7150B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62529" y="4625840"/>
            <a:ext cx="2381582" cy="1543265"/>
          </a:xfrm>
          <a:prstGeom prst="rect">
            <a:avLst/>
          </a:prstGeom>
        </p:spPr>
      </p:pic>
      <p:sp>
        <p:nvSpPr>
          <p:cNvPr id="53" name="TextBox 52">
            <a:extLst>
              <a:ext uri="{FF2B5EF4-FFF2-40B4-BE49-F238E27FC236}">
                <a16:creationId xmlns:a16="http://schemas.microsoft.com/office/drawing/2014/main" id="{E896E578-DF80-5FCC-FD56-7D43BA3930EF}"/>
              </a:ext>
            </a:extLst>
          </p:cNvPr>
          <p:cNvSpPr txBox="1"/>
          <p:nvPr/>
        </p:nvSpPr>
        <p:spPr>
          <a:xfrm>
            <a:off x="4608945" y="4249288"/>
            <a:ext cx="309947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COUNTRYWISE PROFIT</a:t>
            </a:r>
            <a:endParaRPr lang="en-IN" dirty="0">
              <a:latin typeface="Times New Roman" panose="02020603050405020304" pitchFamily="18" charset="0"/>
              <a:cs typeface="Times New Roman" panose="02020603050405020304" pitchFamily="18" charset="0"/>
            </a:endParaRPr>
          </a:p>
        </p:txBody>
      </p:sp>
      <p:pic>
        <p:nvPicPr>
          <p:cNvPr id="55" name="Picture 54">
            <a:extLst>
              <a:ext uri="{FF2B5EF4-FFF2-40B4-BE49-F238E27FC236}">
                <a16:creationId xmlns:a16="http://schemas.microsoft.com/office/drawing/2014/main" id="{8A926B96-9CF7-D9F5-2B15-2B2B77EE39F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28183" y="4702050"/>
            <a:ext cx="2962688" cy="1390844"/>
          </a:xfrm>
          <a:prstGeom prst="rect">
            <a:avLst/>
          </a:prstGeom>
        </p:spPr>
      </p:pic>
      <p:sp>
        <p:nvSpPr>
          <p:cNvPr id="56" name="TextBox 55">
            <a:extLst>
              <a:ext uri="{FF2B5EF4-FFF2-40B4-BE49-F238E27FC236}">
                <a16:creationId xmlns:a16="http://schemas.microsoft.com/office/drawing/2014/main" id="{25A93CC2-A2AF-65AE-B0F5-602DAD8F69F6}"/>
              </a:ext>
            </a:extLst>
          </p:cNvPr>
          <p:cNvSpPr txBox="1"/>
          <p:nvPr/>
        </p:nvSpPr>
        <p:spPr>
          <a:xfrm>
            <a:off x="1096559" y="4377317"/>
            <a:ext cx="322593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TOP 5 MODELS WISE SALES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298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1000"/>
                                        <p:tgtEl>
                                          <p:spTgt spid="27"/>
                                        </p:tgtEl>
                                      </p:cBhvr>
                                    </p:animEffect>
                                    <p:anim calcmode="lin" valueType="num">
                                      <p:cBhvr>
                                        <p:cTn id="15" dur="1000" fill="hold"/>
                                        <p:tgtEl>
                                          <p:spTgt spid="27"/>
                                        </p:tgtEl>
                                        <p:attrNameLst>
                                          <p:attrName>ppt_x</p:attrName>
                                        </p:attrNameLst>
                                      </p:cBhvr>
                                      <p:tavLst>
                                        <p:tav tm="0">
                                          <p:val>
                                            <p:strVal val="#ppt_x"/>
                                          </p:val>
                                        </p:tav>
                                        <p:tav tm="100000">
                                          <p:val>
                                            <p:strVal val="#ppt_x"/>
                                          </p:val>
                                        </p:tav>
                                      </p:tavLst>
                                    </p:anim>
                                    <p:anim calcmode="lin" valueType="num">
                                      <p:cBhvr>
                                        <p:cTn id="16" dur="1000" fill="hold"/>
                                        <p:tgtEl>
                                          <p:spTgt spid="27"/>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1000"/>
                                        <p:tgtEl>
                                          <p:spTgt spid="32"/>
                                        </p:tgtEl>
                                      </p:cBhvr>
                                    </p:animEffect>
                                    <p:anim calcmode="lin" valueType="num">
                                      <p:cBhvr>
                                        <p:cTn id="20" dur="1000" fill="hold"/>
                                        <p:tgtEl>
                                          <p:spTgt spid="32"/>
                                        </p:tgtEl>
                                        <p:attrNameLst>
                                          <p:attrName>ppt_x</p:attrName>
                                        </p:attrNameLst>
                                      </p:cBhvr>
                                      <p:tavLst>
                                        <p:tav tm="0">
                                          <p:val>
                                            <p:strVal val="#ppt_x"/>
                                          </p:val>
                                        </p:tav>
                                        <p:tav tm="100000">
                                          <p:val>
                                            <p:strVal val="#ppt_x"/>
                                          </p:val>
                                        </p:tav>
                                      </p:tavLst>
                                    </p:anim>
                                    <p:anim calcmode="lin" valueType="num">
                                      <p:cBhvr>
                                        <p:cTn id="21" dur="1000" fill="hold"/>
                                        <p:tgtEl>
                                          <p:spTgt spid="3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1000"/>
                                        <p:tgtEl>
                                          <p:spTgt spid="33"/>
                                        </p:tgtEl>
                                      </p:cBhvr>
                                    </p:animEffect>
                                    <p:anim calcmode="lin" valueType="num">
                                      <p:cBhvr>
                                        <p:cTn id="25" dur="1000" fill="hold"/>
                                        <p:tgtEl>
                                          <p:spTgt spid="33"/>
                                        </p:tgtEl>
                                        <p:attrNameLst>
                                          <p:attrName>ppt_x</p:attrName>
                                        </p:attrNameLst>
                                      </p:cBhvr>
                                      <p:tavLst>
                                        <p:tav tm="0">
                                          <p:val>
                                            <p:strVal val="#ppt_x"/>
                                          </p:val>
                                        </p:tav>
                                        <p:tav tm="100000">
                                          <p:val>
                                            <p:strVal val="#ppt_x"/>
                                          </p:val>
                                        </p:tav>
                                      </p:tavLst>
                                    </p:anim>
                                    <p:anim calcmode="lin" valueType="num">
                                      <p:cBhvr>
                                        <p:cTn id="26" dur="1000" fill="hold"/>
                                        <p:tgtEl>
                                          <p:spTgt spid="3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1000"/>
                                        <p:tgtEl>
                                          <p:spTgt spid="34"/>
                                        </p:tgtEl>
                                      </p:cBhvr>
                                    </p:animEffect>
                                    <p:anim calcmode="lin" valueType="num">
                                      <p:cBhvr>
                                        <p:cTn id="30" dur="1000" fill="hold"/>
                                        <p:tgtEl>
                                          <p:spTgt spid="34"/>
                                        </p:tgtEl>
                                        <p:attrNameLst>
                                          <p:attrName>ppt_x</p:attrName>
                                        </p:attrNameLst>
                                      </p:cBhvr>
                                      <p:tavLst>
                                        <p:tav tm="0">
                                          <p:val>
                                            <p:strVal val="#ppt_x"/>
                                          </p:val>
                                        </p:tav>
                                        <p:tav tm="100000">
                                          <p:val>
                                            <p:strVal val="#ppt_x"/>
                                          </p:val>
                                        </p:tav>
                                      </p:tavLst>
                                    </p:anim>
                                    <p:anim calcmode="lin" valueType="num">
                                      <p:cBhvr>
                                        <p:cTn id="31" dur="1000" fill="hold"/>
                                        <p:tgtEl>
                                          <p:spTgt spid="34"/>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1000"/>
                                        <p:tgtEl>
                                          <p:spTgt spid="36"/>
                                        </p:tgtEl>
                                      </p:cBhvr>
                                    </p:animEffect>
                                    <p:anim calcmode="lin" valueType="num">
                                      <p:cBhvr>
                                        <p:cTn id="35" dur="1000" fill="hold"/>
                                        <p:tgtEl>
                                          <p:spTgt spid="36"/>
                                        </p:tgtEl>
                                        <p:attrNameLst>
                                          <p:attrName>ppt_x</p:attrName>
                                        </p:attrNameLst>
                                      </p:cBhvr>
                                      <p:tavLst>
                                        <p:tav tm="0">
                                          <p:val>
                                            <p:strVal val="#ppt_x"/>
                                          </p:val>
                                        </p:tav>
                                        <p:tav tm="100000">
                                          <p:val>
                                            <p:strVal val="#ppt_x"/>
                                          </p:val>
                                        </p:tav>
                                      </p:tavLst>
                                    </p:anim>
                                    <p:anim calcmode="lin" valueType="num">
                                      <p:cBhvr>
                                        <p:cTn id="36" dur="1000" fill="hold"/>
                                        <p:tgtEl>
                                          <p:spTgt spid="3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1000"/>
                                        <p:tgtEl>
                                          <p:spTgt spid="37"/>
                                        </p:tgtEl>
                                      </p:cBhvr>
                                    </p:animEffect>
                                    <p:anim calcmode="lin" valueType="num">
                                      <p:cBhvr>
                                        <p:cTn id="40" dur="1000" fill="hold"/>
                                        <p:tgtEl>
                                          <p:spTgt spid="37"/>
                                        </p:tgtEl>
                                        <p:attrNameLst>
                                          <p:attrName>ppt_x</p:attrName>
                                        </p:attrNameLst>
                                      </p:cBhvr>
                                      <p:tavLst>
                                        <p:tav tm="0">
                                          <p:val>
                                            <p:strVal val="#ppt_x"/>
                                          </p:val>
                                        </p:tav>
                                        <p:tav tm="100000">
                                          <p:val>
                                            <p:strVal val="#ppt_x"/>
                                          </p:val>
                                        </p:tav>
                                      </p:tavLst>
                                    </p:anim>
                                    <p:anim calcmode="lin" valueType="num">
                                      <p:cBhvr>
                                        <p:cTn id="41" dur="1000" fill="hold"/>
                                        <p:tgtEl>
                                          <p:spTgt spid="37"/>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1000"/>
                                        <p:tgtEl>
                                          <p:spTgt spid="39"/>
                                        </p:tgtEl>
                                      </p:cBhvr>
                                    </p:animEffect>
                                    <p:anim calcmode="lin" valueType="num">
                                      <p:cBhvr>
                                        <p:cTn id="45" dur="1000" fill="hold"/>
                                        <p:tgtEl>
                                          <p:spTgt spid="39"/>
                                        </p:tgtEl>
                                        <p:attrNameLst>
                                          <p:attrName>ppt_x</p:attrName>
                                        </p:attrNameLst>
                                      </p:cBhvr>
                                      <p:tavLst>
                                        <p:tav tm="0">
                                          <p:val>
                                            <p:strVal val="#ppt_x"/>
                                          </p:val>
                                        </p:tav>
                                        <p:tav tm="100000">
                                          <p:val>
                                            <p:strVal val="#ppt_x"/>
                                          </p:val>
                                        </p:tav>
                                      </p:tavLst>
                                    </p:anim>
                                    <p:anim calcmode="lin" valueType="num">
                                      <p:cBhvr>
                                        <p:cTn id="46" dur="1000" fill="hold"/>
                                        <p:tgtEl>
                                          <p:spTgt spid="3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1000"/>
                                        <p:tgtEl>
                                          <p:spTgt spid="41"/>
                                        </p:tgtEl>
                                      </p:cBhvr>
                                    </p:animEffect>
                                    <p:anim calcmode="lin" valueType="num">
                                      <p:cBhvr>
                                        <p:cTn id="50" dur="1000" fill="hold"/>
                                        <p:tgtEl>
                                          <p:spTgt spid="41"/>
                                        </p:tgtEl>
                                        <p:attrNameLst>
                                          <p:attrName>ppt_x</p:attrName>
                                        </p:attrNameLst>
                                      </p:cBhvr>
                                      <p:tavLst>
                                        <p:tav tm="0">
                                          <p:val>
                                            <p:strVal val="#ppt_x"/>
                                          </p:val>
                                        </p:tav>
                                        <p:tav tm="100000">
                                          <p:val>
                                            <p:strVal val="#ppt_x"/>
                                          </p:val>
                                        </p:tav>
                                      </p:tavLst>
                                    </p:anim>
                                    <p:anim calcmode="lin" valueType="num">
                                      <p:cBhvr>
                                        <p:cTn id="5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1000"/>
                                        <p:tgtEl>
                                          <p:spTgt spid="43"/>
                                        </p:tgtEl>
                                      </p:cBhvr>
                                    </p:animEffect>
                                    <p:anim calcmode="lin" valueType="num">
                                      <p:cBhvr>
                                        <p:cTn id="57" dur="1000" fill="hold"/>
                                        <p:tgtEl>
                                          <p:spTgt spid="43"/>
                                        </p:tgtEl>
                                        <p:attrNameLst>
                                          <p:attrName>ppt_x</p:attrName>
                                        </p:attrNameLst>
                                      </p:cBhvr>
                                      <p:tavLst>
                                        <p:tav tm="0">
                                          <p:val>
                                            <p:strVal val="#ppt_x"/>
                                          </p:val>
                                        </p:tav>
                                        <p:tav tm="100000">
                                          <p:val>
                                            <p:strVal val="#ppt_x"/>
                                          </p:val>
                                        </p:tav>
                                      </p:tavLst>
                                    </p:anim>
                                    <p:anim calcmode="lin" valueType="num">
                                      <p:cBhvr>
                                        <p:cTn id="58" dur="1000" fill="hold"/>
                                        <p:tgtEl>
                                          <p:spTgt spid="43"/>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p:cTn id="61" dur="1000"/>
                                        <p:tgtEl>
                                          <p:spTgt spid="44"/>
                                        </p:tgtEl>
                                      </p:cBhvr>
                                    </p:animEffect>
                                    <p:anim calcmode="lin" valueType="num">
                                      <p:cBhvr>
                                        <p:cTn id="62" dur="1000" fill="hold"/>
                                        <p:tgtEl>
                                          <p:spTgt spid="44"/>
                                        </p:tgtEl>
                                        <p:attrNameLst>
                                          <p:attrName>ppt_x</p:attrName>
                                        </p:attrNameLst>
                                      </p:cBhvr>
                                      <p:tavLst>
                                        <p:tav tm="0">
                                          <p:val>
                                            <p:strVal val="#ppt_x"/>
                                          </p:val>
                                        </p:tav>
                                        <p:tav tm="100000">
                                          <p:val>
                                            <p:strVal val="#ppt_x"/>
                                          </p:val>
                                        </p:tav>
                                      </p:tavLst>
                                    </p:anim>
                                    <p:anim calcmode="lin" valueType="num">
                                      <p:cBhvr>
                                        <p:cTn id="63" dur="1000" fill="hold"/>
                                        <p:tgtEl>
                                          <p:spTgt spid="44"/>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fade">
                                      <p:cBhvr>
                                        <p:cTn id="66" dur="1000"/>
                                        <p:tgtEl>
                                          <p:spTgt spid="46"/>
                                        </p:tgtEl>
                                      </p:cBhvr>
                                    </p:animEffect>
                                    <p:anim calcmode="lin" valueType="num">
                                      <p:cBhvr>
                                        <p:cTn id="67" dur="1000" fill="hold"/>
                                        <p:tgtEl>
                                          <p:spTgt spid="46"/>
                                        </p:tgtEl>
                                        <p:attrNameLst>
                                          <p:attrName>ppt_x</p:attrName>
                                        </p:attrNameLst>
                                      </p:cBhvr>
                                      <p:tavLst>
                                        <p:tav tm="0">
                                          <p:val>
                                            <p:strVal val="#ppt_x"/>
                                          </p:val>
                                        </p:tav>
                                        <p:tav tm="100000">
                                          <p:val>
                                            <p:strVal val="#ppt_x"/>
                                          </p:val>
                                        </p:tav>
                                      </p:tavLst>
                                    </p:anim>
                                    <p:anim calcmode="lin" valueType="num">
                                      <p:cBhvr>
                                        <p:cTn id="68" dur="1000" fill="hold"/>
                                        <p:tgtEl>
                                          <p:spTgt spid="4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1000"/>
                                        <p:tgtEl>
                                          <p:spTgt spid="47"/>
                                        </p:tgtEl>
                                      </p:cBhvr>
                                    </p:animEffect>
                                    <p:anim calcmode="lin" valueType="num">
                                      <p:cBhvr>
                                        <p:cTn id="72" dur="1000" fill="hold"/>
                                        <p:tgtEl>
                                          <p:spTgt spid="47"/>
                                        </p:tgtEl>
                                        <p:attrNameLst>
                                          <p:attrName>ppt_x</p:attrName>
                                        </p:attrNameLst>
                                      </p:cBhvr>
                                      <p:tavLst>
                                        <p:tav tm="0">
                                          <p:val>
                                            <p:strVal val="#ppt_x"/>
                                          </p:val>
                                        </p:tav>
                                        <p:tav tm="100000">
                                          <p:val>
                                            <p:strVal val="#ppt_x"/>
                                          </p:val>
                                        </p:tav>
                                      </p:tavLst>
                                    </p:anim>
                                    <p:anim calcmode="lin" valueType="num">
                                      <p:cBhvr>
                                        <p:cTn id="73" dur="1000" fill="hold"/>
                                        <p:tgtEl>
                                          <p:spTgt spid="47"/>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1000"/>
                                        <p:tgtEl>
                                          <p:spTgt spid="49"/>
                                        </p:tgtEl>
                                      </p:cBhvr>
                                    </p:animEffect>
                                    <p:anim calcmode="lin" valueType="num">
                                      <p:cBhvr>
                                        <p:cTn id="77" dur="1000" fill="hold"/>
                                        <p:tgtEl>
                                          <p:spTgt spid="49"/>
                                        </p:tgtEl>
                                        <p:attrNameLst>
                                          <p:attrName>ppt_x</p:attrName>
                                        </p:attrNameLst>
                                      </p:cBhvr>
                                      <p:tavLst>
                                        <p:tav tm="0">
                                          <p:val>
                                            <p:strVal val="#ppt_x"/>
                                          </p:val>
                                        </p:tav>
                                        <p:tav tm="100000">
                                          <p:val>
                                            <p:strVal val="#ppt_x"/>
                                          </p:val>
                                        </p:tav>
                                      </p:tavLst>
                                    </p:anim>
                                    <p:anim calcmode="lin" valueType="num">
                                      <p:cBhvr>
                                        <p:cTn id="78" dur="1000" fill="hold"/>
                                        <p:tgtEl>
                                          <p:spTgt spid="49"/>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1000"/>
                                        <p:tgtEl>
                                          <p:spTgt spid="50"/>
                                        </p:tgtEl>
                                      </p:cBhvr>
                                    </p:animEffect>
                                    <p:anim calcmode="lin" valueType="num">
                                      <p:cBhvr>
                                        <p:cTn id="82" dur="1000" fill="hold"/>
                                        <p:tgtEl>
                                          <p:spTgt spid="50"/>
                                        </p:tgtEl>
                                        <p:attrNameLst>
                                          <p:attrName>ppt_x</p:attrName>
                                        </p:attrNameLst>
                                      </p:cBhvr>
                                      <p:tavLst>
                                        <p:tav tm="0">
                                          <p:val>
                                            <p:strVal val="#ppt_x"/>
                                          </p:val>
                                        </p:tav>
                                        <p:tav tm="100000">
                                          <p:val>
                                            <p:strVal val="#ppt_x"/>
                                          </p:val>
                                        </p:tav>
                                      </p:tavLst>
                                    </p:anim>
                                    <p:anim calcmode="lin" valueType="num">
                                      <p:cBhvr>
                                        <p:cTn id="83"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1000"/>
                                        <p:tgtEl>
                                          <p:spTgt spid="52"/>
                                        </p:tgtEl>
                                      </p:cBhvr>
                                    </p:animEffect>
                                    <p:anim calcmode="lin" valueType="num">
                                      <p:cBhvr>
                                        <p:cTn id="89" dur="1000" fill="hold"/>
                                        <p:tgtEl>
                                          <p:spTgt spid="52"/>
                                        </p:tgtEl>
                                        <p:attrNameLst>
                                          <p:attrName>ppt_x</p:attrName>
                                        </p:attrNameLst>
                                      </p:cBhvr>
                                      <p:tavLst>
                                        <p:tav tm="0">
                                          <p:val>
                                            <p:strVal val="#ppt_x"/>
                                          </p:val>
                                        </p:tav>
                                        <p:tav tm="100000">
                                          <p:val>
                                            <p:strVal val="#ppt_x"/>
                                          </p:val>
                                        </p:tav>
                                      </p:tavLst>
                                    </p:anim>
                                    <p:anim calcmode="lin" valueType="num">
                                      <p:cBhvr>
                                        <p:cTn id="90" dur="1000" fill="hold"/>
                                        <p:tgtEl>
                                          <p:spTgt spid="52"/>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55"/>
                                        </p:tgtEl>
                                        <p:attrNameLst>
                                          <p:attrName>style.visibility</p:attrName>
                                        </p:attrNameLst>
                                      </p:cBhvr>
                                      <p:to>
                                        <p:strVal val="visible"/>
                                      </p:to>
                                    </p:set>
                                    <p:animEffect transition="in" filter="fade">
                                      <p:cBhvr>
                                        <p:cTn id="93" dur="1000"/>
                                        <p:tgtEl>
                                          <p:spTgt spid="55"/>
                                        </p:tgtEl>
                                      </p:cBhvr>
                                    </p:animEffect>
                                    <p:anim calcmode="lin" valueType="num">
                                      <p:cBhvr>
                                        <p:cTn id="94" dur="1000" fill="hold"/>
                                        <p:tgtEl>
                                          <p:spTgt spid="55"/>
                                        </p:tgtEl>
                                        <p:attrNameLst>
                                          <p:attrName>ppt_x</p:attrName>
                                        </p:attrNameLst>
                                      </p:cBhvr>
                                      <p:tavLst>
                                        <p:tav tm="0">
                                          <p:val>
                                            <p:strVal val="#ppt_x"/>
                                          </p:val>
                                        </p:tav>
                                        <p:tav tm="100000">
                                          <p:val>
                                            <p:strVal val="#ppt_x"/>
                                          </p:val>
                                        </p:tav>
                                      </p:tavLst>
                                    </p:anim>
                                    <p:anim calcmode="lin" valueType="num">
                                      <p:cBhvr>
                                        <p:cTn id="95" dur="1000" fill="hold"/>
                                        <p:tgtEl>
                                          <p:spTgt spid="55"/>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1000"/>
                                        <p:tgtEl>
                                          <p:spTgt spid="56"/>
                                        </p:tgtEl>
                                      </p:cBhvr>
                                    </p:animEffect>
                                    <p:anim calcmode="lin" valueType="num">
                                      <p:cBhvr>
                                        <p:cTn id="99" dur="1000" fill="hold"/>
                                        <p:tgtEl>
                                          <p:spTgt spid="56"/>
                                        </p:tgtEl>
                                        <p:attrNameLst>
                                          <p:attrName>ppt_x</p:attrName>
                                        </p:attrNameLst>
                                      </p:cBhvr>
                                      <p:tavLst>
                                        <p:tav tm="0">
                                          <p:val>
                                            <p:strVal val="#ppt_x"/>
                                          </p:val>
                                        </p:tav>
                                        <p:tav tm="100000">
                                          <p:val>
                                            <p:strVal val="#ppt_x"/>
                                          </p:val>
                                        </p:tav>
                                      </p:tavLst>
                                    </p:anim>
                                    <p:anim calcmode="lin" valueType="num">
                                      <p:cBhvr>
                                        <p:cTn id="100" dur="1000" fill="hold"/>
                                        <p:tgtEl>
                                          <p:spTgt spid="56"/>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1000"/>
                                        <p:tgtEl>
                                          <p:spTgt spid="53"/>
                                        </p:tgtEl>
                                      </p:cBhvr>
                                    </p:animEffect>
                                    <p:anim calcmode="lin" valueType="num">
                                      <p:cBhvr>
                                        <p:cTn id="104" dur="1000" fill="hold"/>
                                        <p:tgtEl>
                                          <p:spTgt spid="53"/>
                                        </p:tgtEl>
                                        <p:attrNameLst>
                                          <p:attrName>ppt_x</p:attrName>
                                        </p:attrNameLst>
                                      </p:cBhvr>
                                      <p:tavLst>
                                        <p:tav tm="0">
                                          <p:val>
                                            <p:strVal val="#ppt_x"/>
                                          </p:val>
                                        </p:tav>
                                        <p:tav tm="100000">
                                          <p:val>
                                            <p:strVal val="#ppt_x"/>
                                          </p:val>
                                        </p:tav>
                                      </p:tavLst>
                                    </p:anim>
                                    <p:anim calcmode="lin" valueType="num">
                                      <p:cBhvr>
                                        <p:cTn id="105"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3" grpId="0"/>
      <p:bldP spid="34" grpId="0"/>
      <p:bldP spid="37" grpId="0"/>
      <p:bldP spid="41" grpId="0"/>
      <p:bldP spid="44" grpId="0"/>
      <p:bldP spid="47" grpId="0"/>
      <p:bldP spid="50" grpId="0"/>
      <p:bldP spid="53" grpId="0"/>
      <p:bldP spid="5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763F-9916-091E-35EC-938982EC1C6C}"/>
              </a:ext>
            </a:extLst>
          </p:cNvPr>
          <p:cNvSpPr>
            <a:spLocks noGrp="1"/>
          </p:cNvSpPr>
          <p:nvPr>
            <p:ph type="title"/>
          </p:nvPr>
        </p:nvSpPr>
        <p:spPr>
          <a:xfrm>
            <a:off x="913774" y="0"/>
            <a:ext cx="10364451" cy="591974"/>
          </a:xfrm>
        </p:spPr>
        <p:txBody>
          <a:bodyPr>
            <a:normAutofit fontScale="90000"/>
          </a:bodyPr>
          <a:lstStyle/>
          <a:p>
            <a:r>
              <a:rPr lang="en-US" sz="4400" dirty="0">
                <a:latin typeface="Times New Roman" panose="02020603050405020304" pitchFamily="18" charset="0"/>
                <a:cs typeface="Times New Roman" panose="02020603050405020304" pitchFamily="18" charset="0"/>
              </a:rPr>
              <a:t>SQL QUERIES OUTPUT</a:t>
            </a:r>
            <a:endParaRPr lang="en-IN" sz="4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85AA316-B00E-EFBC-520C-BBB7E2DCB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74" y="1266314"/>
            <a:ext cx="2667372" cy="1381318"/>
          </a:xfrm>
          <a:prstGeom prst="rect">
            <a:avLst/>
          </a:prstGeom>
        </p:spPr>
      </p:pic>
      <p:sp>
        <p:nvSpPr>
          <p:cNvPr id="5" name="TextBox 4">
            <a:extLst>
              <a:ext uri="{FF2B5EF4-FFF2-40B4-BE49-F238E27FC236}">
                <a16:creationId xmlns:a16="http://schemas.microsoft.com/office/drawing/2014/main" id="{C43ED44D-28C1-A2A2-A8AF-7EA2087CC7AC}"/>
              </a:ext>
            </a:extLst>
          </p:cNvPr>
          <p:cNvSpPr txBox="1"/>
          <p:nvPr/>
        </p:nvSpPr>
        <p:spPr>
          <a:xfrm>
            <a:off x="226422" y="896982"/>
            <a:ext cx="562573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TOP 5 CUSTOMER ON YEARLYINCOME</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D2A5D82-A99E-183D-781C-6398AA8BE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103" y="1266314"/>
            <a:ext cx="1733792" cy="1971950"/>
          </a:xfrm>
          <a:prstGeom prst="rect">
            <a:avLst/>
          </a:prstGeom>
        </p:spPr>
      </p:pic>
      <p:pic>
        <p:nvPicPr>
          <p:cNvPr id="9" name="Picture 8">
            <a:extLst>
              <a:ext uri="{FF2B5EF4-FFF2-40B4-BE49-F238E27FC236}">
                <a16:creationId xmlns:a16="http://schemas.microsoft.com/office/drawing/2014/main" id="{400AFEE2-3878-E540-BD27-3411AE68CC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7269" y="1266314"/>
            <a:ext cx="3762900" cy="1381318"/>
          </a:xfrm>
          <a:prstGeom prst="rect">
            <a:avLst/>
          </a:prstGeom>
        </p:spPr>
      </p:pic>
      <p:sp>
        <p:nvSpPr>
          <p:cNvPr id="10" name="TextBox 9">
            <a:extLst>
              <a:ext uri="{FF2B5EF4-FFF2-40B4-BE49-F238E27FC236}">
                <a16:creationId xmlns:a16="http://schemas.microsoft.com/office/drawing/2014/main" id="{1625FE6E-98D0-2B68-5351-EBF5E191A4DB}"/>
              </a:ext>
            </a:extLst>
          </p:cNvPr>
          <p:cNvSpPr txBox="1"/>
          <p:nvPr/>
        </p:nvSpPr>
        <p:spPr>
          <a:xfrm>
            <a:off x="4794069" y="896982"/>
            <a:ext cx="246888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COLOURWISE SALES</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DFE9572-5619-4851-A050-0A604F51B582}"/>
              </a:ext>
            </a:extLst>
          </p:cNvPr>
          <p:cNvSpPr txBox="1"/>
          <p:nvPr/>
        </p:nvSpPr>
        <p:spPr>
          <a:xfrm>
            <a:off x="7933509" y="896982"/>
            <a:ext cx="31699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TOP 5 OCCUPATION SALES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E7522D5-D335-6ECE-DB9F-9C4C61DCDF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219" y="3786587"/>
            <a:ext cx="10694579" cy="3001833"/>
          </a:xfrm>
          <a:prstGeom prst="rect">
            <a:avLst/>
          </a:prstGeom>
        </p:spPr>
      </p:pic>
      <p:sp>
        <p:nvSpPr>
          <p:cNvPr id="8" name="TextBox 7">
            <a:extLst>
              <a:ext uri="{FF2B5EF4-FFF2-40B4-BE49-F238E27FC236}">
                <a16:creationId xmlns:a16="http://schemas.microsoft.com/office/drawing/2014/main" id="{53F7CB2A-FAD6-CA19-FE1B-5AD3E74CA82B}"/>
              </a:ext>
            </a:extLst>
          </p:cNvPr>
          <p:cNvSpPr txBox="1"/>
          <p:nvPr/>
        </p:nvSpPr>
        <p:spPr>
          <a:xfrm>
            <a:off x="1113905" y="3422930"/>
            <a:ext cx="9476509"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UNION VEIW OF DIFFERENT TABLES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295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1000"/>
                                        <p:tgtEl>
                                          <p:spTgt spid="6"/>
                                        </p:tgtEl>
                                      </p:cBhvr>
                                    </p:animEffect>
                                    <p:anim calcmode="lin" valueType="num">
                                      <p:cBhvr>
                                        <p:cTn id="47" dur="1000" fill="hold"/>
                                        <p:tgtEl>
                                          <p:spTgt spid="6"/>
                                        </p:tgtEl>
                                        <p:attrNameLst>
                                          <p:attrName>ppt_x</p:attrName>
                                        </p:attrNameLst>
                                      </p:cBhvr>
                                      <p:tavLst>
                                        <p:tav tm="0">
                                          <p:val>
                                            <p:strVal val="#ppt_x"/>
                                          </p:val>
                                        </p:tav>
                                        <p:tav tm="100000">
                                          <p:val>
                                            <p:strVal val="#ppt_x"/>
                                          </p:val>
                                        </p:tav>
                                      </p:tavLst>
                                    </p:anim>
                                    <p:anim calcmode="lin" valueType="num">
                                      <p:cBhvr>
                                        <p:cTn id="48" dur="1000" fill="hold"/>
                                        <p:tgtEl>
                                          <p:spTgt spid="6"/>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fade">
                                      <p:cBhvr>
                                        <p:cTn id="51" dur="1000"/>
                                        <p:tgtEl>
                                          <p:spTgt spid="8"/>
                                        </p:tgtEl>
                                      </p:cBhvr>
                                    </p:animEffect>
                                    <p:anim calcmode="lin" valueType="num">
                                      <p:cBhvr>
                                        <p:cTn id="52" dur="1000" fill="hold"/>
                                        <p:tgtEl>
                                          <p:spTgt spid="8"/>
                                        </p:tgtEl>
                                        <p:attrNameLst>
                                          <p:attrName>ppt_x</p:attrName>
                                        </p:attrNameLst>
                                      </p:cBhvr>
                                      <p:tavLst>
                                        <p:tav tm="0">
                                          <p:val>
                                            <p:strVal val="#ppt_x"/>
                                          </p:val>
                                        </p:tav>
                                        <p:tav tm="100000">
                                          <p:val>
                                            <p:strVal val="#ppt_x"/>
                                          </p:val>
                                        </p:tav>
                                      </p:tavLst>
                                    </p:anim>
                                    <p:anim calcmode="lin" valueType="num">
                                      <p:cBhvr>
                                        <p:cTn id="5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0" grpId="0"/>
      <p:bldP spid="11"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4D161-C37F-EBE0-DFB8-95AE4FF3F5FB}"/>
              </a:ext>
            </a:extLst>
          </p:cNvPr>
          <p:cNvSpPr>
            <a:spLocks noGrp="1"/>
          </p:cNvSpPr>
          <p:nvPr>
            <p:ph type="title"/>
          </p:nvPr>
        </p:nvSpPr>
        <p:spPr>
          <a:xfrm>
            <a:off x="635101" y="0"/>
            <a:ext cx="10364451" cy="591974"/>
          </a:xfrm>
        </p:spPr>
        <p:txBody>
          <a:bodyPr>
            <a:normAutofit fontScale="90000"/>
          </a:bodyPr>
          <a:lstStyle/>
          <a:p>
            <a:r>
              <a:rPr lang="en-US" sz="4400" dirty="0">
                <a:latin typeface="Times New Roman" panose="02020603050405020304" pitchFamily="18" charset="0"/>
                <a:cs typeface="Times New Roman" panose="02020603050405020304" pitchFamily="18" charset="0"/>
              </a:rPr>
              <a:t>summary</a:t>
            </a:r>
            <a:endParaRPr lang="en-IN" sz="4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4507ABB-26B3-0387-4A42-2B7BACAC39FC}"/>
              </a:ext>
            </a:extLst>
          </p:cNvPr>
          <p:cNvSpPr txBox="1"/>
          <p:nvPr/>
        </p:nvSpPr>
        <p:spPr>
          <a:xfrm>
            <a:off x="391885" y="591974"/>
            <a:ext cx="11173097" cy="4154984"/>
          </a:xfrm>
          <a:prstGeom prst="rect">
            <a:avLst/>
          </a:prstGeom>
          <a:noFill/>
        </p:spPr>
        <p:txBody>
          <a:bodyPr wrap="square" rtlCol="0">
            <a:spAutoFit/>
          </a:bodyPr>
          <a:lstStyle/>
          <a:p>
            <a:pPr lvl="0"/>
            <a:r>
              <a:rPr lang="en-IN" sz="2200" b="1" dirty="0">
                <a:latin typeface="Times New Roman" panose="02020603050405020304" pitchFamily="18" charset="0"/>
                <a:cs typeface="Times New Roman" panose="02020603050405020304" pitchFamily="18" charset="0"/>
              </a:rPr>
              <a:t>This project is based on the Adventure Works database, integrating multiple tables related to sales, customers, products, dates, and regions.</a:t>
            </a:r>
          </a:p>
          <a:p>
            <a:pPr lvl="0"/>
            <a:r>
              <a:rPr lang="en-IN" sz="2200" b="1" dirty="0">
                <a:latin typeface="Times New Roman" panose="02020603050405020304" pitchFamily="18" charset="0"/>
                <a:cs typeface="Times New Roman" panose="02020603050405020304" pitchFamily="18" charset="0"/>
              </a:rPr>
              <a:t>Data was cleaned, transformed, and analysed using MySQL queries to generate meaningful KPIs such as total sales, profit, quantity sold, and customer count.</a:t>
            </a:r>
          </a:p>
          <a:p>
            <a:pPr lvl="0"/>
            <a:r>
              <a:rPr lang="en-IN" sz="2200" b="1" dirty="0">
                <a:latin typeface="Times New Roman" panose="02020603050405020304" pitchFamily="18" charset="0"/>
                <a:cs typeface="Times New Roman" panose="02020603050405020304" pitchFamily="18" charset="0"/>
              </a:rPr>
              <a:t>Complex SQL queries enabled time-based, region-wise, product-wise, and customer-wise analysis.</a:t>
            </a:r>
          </a:p>
          <a:p>
            <a:pPr lvl="0"/>
            <a:r>
              <a:rPr lang="en-IN" sz="2200" b="1" dirty="0">
                <a:latin typeface="Times New Roman" panose="02020603050405020304" pitchFamily="18" charset="0"/>
                <a:cs typeface="Times New Roman" panose="02020603050405020304" pitchFamily="18" charset="0"/>
              </a:rPr>
              <a:t>The processed data was visualized using interactive dashboards to track trends, patterns, and performance.</a:t>
            </a:r>
          </a:p>
          <a:p>
            <a:pPr lvl="0"/>
            <a:r>
              <a:rPr lang="en-IN" sz="2200" b="1" dirty="0">
                <a:latin typeface="Times New Roman" panose="02020603050405020304" pitchFamily="18" charset="0"/>
                <a:cs typeface="Times New Roman" panose="02020603050405020304" pitchFamily="18" charset="0"/>
              </a:rPr>
              <a:t>Dashboards provided insights into sales growth, cost vs profit, top products, customer segments, and regional performance.</a:t>
            </a:r>
          </a:p>
          <a:p>
            <a:pPr lvl="0"/>
            <a:r>
              <a:rPr lang="en-IN" sz="2200" b="1" dirty="0">
                <a:latin typeface="Times New Roman" panose="02020603050405020304" pitchFamily="18" charset="0"/>
                <a:cs typeface="Times New Roman" panose="02020603050405020304" pitchFamily="18" charset="0"/>
              </a:rPr>
              <a:t>Overall, the project demonstrates how database querying and BI dashboards together support data-driven business decisions.</a:t>
            </a:r>
          </a:p>
        </p:txBody>
      </p:sp>
      <p:sp>
        <p:nvSpPr>
          <p:cNvPr id="4" name="TextBox 3">
            <a:extLst>
              <a:ext uri="{FF2B5EF4-FFF2-40B4-BE49-F238E27FC236}">
                <a16:creationId xmlns:a16="http://schemas.microsoft.com/office/drawing/2014/main" id="{2E1A78BF-6158-0264-F6C2-39A8A2F19AAD}"/>
              </a:ext>
            </a:extLst>
          </p:cNvPr>
          <p:cNvSpPr txBox="1"/>
          <p:nvPr/>
        </p:nvSpPr>
        <p:spPr>
          <a:xfrm>
            <a:off x="391885" y="4746958"/>
            <a:ext cx="11695612" cy="1785104"/>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Key Learnings</a:t>
            </a:r>
          </a:p>
          <a:p>
            <a:pPr lvl="0"/>
            <a:r>
              <a:rPr lang="en-IN" sz="2200" b="1" dirty="0">
                <a:latin typeface="Times New Roman" panose="02020603050405020304" pitchFamily="18" charset="0"/>
                <a:cs typeface="Times New Roman" panose="02020603050405020304" pitchFamily="18" charset="0"/>
              </a:rPr>
              <a:t>Strong understanding of relational databases and joins</a:t>
            </a:r>
          </a:p>
          <a:p>
            <a:pPr lvl="0"/>
            <a:r>
              <a:rPr lang="en-IN" sz="2200" b="1" dirty="0">
                <a:latin typeface="Times New Roman" panose="02020603050405020304" pitchFamily="18" charset="0"/>
                <a:cs typeface="Times New Roman" panose="02020603050405020304" pitchFamily="18" charset="0"/>
              </a:rPr>
              <a:t>Practical use of MySQL for business insights</a:t>
            </a:r>
          </a:p>
          <a:p>
            <a:pPr lvl="0"/>
            <a:r>
              <a:rPr lang="en-IN" sz="2200" b="1" dirty="0">
                <a:latin typeface="Times New Roman" panose="02020603050405020304" pitchFamily="18" charset="0"/>
                <a:cs typeface="Times New Roman" panose="02020603050405020304" pitchFamily="18" charset="0"/>
              </a:rPr>
              <a:t>Importance of data modelling and KPIs</a:t>
            </a:r>
          </a:p>
          <a:p>
            <a:pPr lvl="0"/>
            <a:r>
              <a:rPr lang="en-IN" sz="2200" b="1" dirty="0">
                <a:latin typeface="Times New Roman" panose="02020603050405020304" pitchFamily="18" charset="0"/>
                <a:cs typeface="Times New Roman" panose="02020603050405020304" pitchFamily="18" charset="0"/>
              </a:rPr>
              <a:t>Effective storytelling through dashboards and visual analytics</a:t>
            </a:r>
          </a:p>
        </p:txBody>
      </p:sp>
    </p:spTree>
    <p:extLst>
      <p:ext uri="{BB962C8B-B14F-4D97-AF65-F5344CB8AC3E}">
        <p14:creationId xmlns:p14="http://schemas.microsoft.com/office/powerpoint/2010/main" val="336588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TM04033925[[fn=Droplet]]</Template>
  <TotalTime>401</TotalTime>
  <Words>545</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Arial</vt:lpstr>
      <vt:lpstr>Times New Roman</vt:lpstr>
      <vt:lpstr>Tw Cen MT</vt:lpstr>
      <vt:lpstr>Wingdings</vt:lpstr>
      <vt:lpstr>Droplet</vt:lpstr>
      <vt:lpstr>Adventure  works project</vt:lpstr>
      <vt:lpstr>TEAM MEMBERS</vt:lpstr>
      <vt:lpstr>INTRODUCTION</vt:lpstr>
      <vt:lpstr>KPI’S AND INSIGHTS</vt:lpstr>
      <vt:lpstr>Excel Dashboard</vt:lpstr>
      <vt:lpstr>Tableau Dashboard</vt:lpstr>
      <vt:lpstr>Power BI Dashboard</vt:lpstr>
      <vt:lpstr>SQL Queries output</vt:lpstr>
      <vt:lpstr>SQL QUERIES OUTPUT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Sarvadny Thube</dc:creator>
  <cp:lastModifiedBy>Sarvadny Thube</cp:lastModifiedBy>
  <cp:revision>8</cp:revision>
  <dcterms:created xsi:type="dcterms:W3CDTF">2026-01-10T09:27:35Z</dcterms:created>
  <dcterms:modified xsi:type="dcterms:W3CDTF">2026-02-09T13:13:19Z</dcterms:modified>
</cp:coreProperties>
</file>